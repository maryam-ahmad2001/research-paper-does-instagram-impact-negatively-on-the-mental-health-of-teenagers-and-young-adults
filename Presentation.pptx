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0"/>
  </p:notesMasterIdLst>
  <p:handoutMasterIdLst>
    <p:handoutMasterId r:id="rId21"/>
  </p:handoutMasterIdLst>
  <p:sldIdLst>
    <p:sldId id="256" r:id="rId5"/>
    <p:sldId id="296" r:id="rId6"/>
    <p:sldId id="285" r:id="rId7"/>
    <p:sldId id="283" r:id="rId8"/>
    <p:sldId id="292" r:id="rId9"/>
    <p:sldId id="293" r:id="rId10"/>
    <p:sldId id="294" r:id="rId11"/>
    <p:sldId id="301" r:id="rId12"/>
    <p:sldId id="295" r:id="rId13"/>
    <p:sldId id="297" r:id="rId14"/>
    <p:sldId id="304" r:id="rId15"/>
    <p:sldId id="302" r:id="rId16"/>
    <p:sldId id="303" r:id="rId17"/>
    <p:sldId id="298" r:id="rId18"/>
    <p:sldId id="26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28" userDrawn="1">
          <p15:clr>
            <a:srgbClr val="A4A3A4"/>
          </p15:clr>
        </p15:guide>
        <p15:guide id="2" orient="horz" pos="9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6A5E"/>
    <a:srgbClr val="F2F1EE"/>
    <a:srgbClr val="A5A5A5"/>
    <a:srgbClr val="BEB9AA"/>
    <a:srgbClr val="C0C9C2"/>
    <a:srgbClr val="AA9D92"/>
    <a:srgbClr val="D8D2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208" autoAdjust="0"/>
  </p:normalViewPr>
  <p:slideViewPr>
    <p:cSldViewPr snapToGrid="0">
      <p:cViewPr varScale="1">
        <p:scale>
          <a:sx n="123" d="100"/>
          <a:sy n="123" d="100"/>
        </p:scale>
        <p:origin x="720" y="184"/>
      </p:cViewPr>
      <p:guideLst>
        <p:guide pos="4128"/>
        <p:guide orient="horz" pos="960"/>
      </p:guideLst>
    </p:cSldViewPr>
  </p:slideViewPr>
  <p:outlineViewPr>
    <p:cViewPr>
      <p:scale>
        <a:sx n="33" d="100"/>
        <a:sy n="33" d="100"/>
      </p:scale>
      <p:origin x="0" y="-4027"/>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65" d="100"/>
          <a:sy n="65" d="100"/>
        </p:scale>
        <p:origin x="2299"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 Id="rId14" Type="http://schemas.openxmlformats.org/officeDocument/2006/relationships/image" Target="../media/image17.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 Id="rId1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8B0CE00-BE0A-4A9D-BA0E-F0DEB31BE43F}"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2F43B863-8274-4D09-984C-E4F988BCE3AD}">
      <dgm:prSet/>
      <dgm:spPr/>
      <dgm:t>
        <a:bodyPr/>
        <a:lstStyle/>
        <a:p>
          <a:pPr>
            <a:lnSpc>
              <a:spcPct val="100000"/>
            </a:lnSpc>
            <a:defRPr cap="all"/>
          </a:pPr>
          <a:r>
            <a:rPr lang="en-US">
              <a:solidFill>
                <a:schemeClr val="accent2">
                  <a:lumMod val="50000"/>
                </a:schemeClr>
              </a:solidFill>
            </a:rPr>
            <a:t>01 </a:t>
          </a:r>
          <a:r>
            <a:rPr lang="en-US">
              <a:solidFill>
                <a:schemeClr val="accent2">
                  <a:lumMod val="50000"/>
                </a:schemeClr>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Introduction</a:t>
          </a:r>
          <a:endParaRPr lang="en-US">
            <a:solidFill>
              <a:schemeClr val="accent2">
                <a:lumMod val="50000"/>
              </a:schemeClr>
            </a:solidFill>
          </a:endParaRPr>
        </a:p>
      </dgm:t>
    </dgm:pt>
    <dgm:pt modelId="{E2DB7C74-D613-40B8-926A-14C4608D91D0}" type="parTrans" cxnId="{53F6F3CB-FF06-4CB5-B624-A0DF1ED6B2DE}">
      <dgm:prSet/>
      <dgm:spPr/>
      <dgm:t>
        <a:bodyPr/>
        <a:lstStyle/>
        <a:p>
          <a:endParaRPr lang="en-US"/>
        </a:p>
      </dgm:t>
    </dgm:pt>
    <dgm:pt modelId="{A75F133B-2E0E-43F0-9FDE-EAE04A9B9671}" type="sibTrans" cxnId="{53F6F3CB-FF06-4CB5-B624-A0DF1ED6B2DE}">
      <dgm:prSet/>
      <dgm:spPr/>
      <dgm:t>
        <a:bodyPr/>
        <a:lstStyle/>
        <a:p>
          <a:endParaRPr lang="en-US"/>
        </a:p>
      </dgm:t>
    </dgm:pt>
    <dgm:pt modelId="{55FC26EF-EA87-45DA-918D-2F05C66CB776}">
      <dgm:prSet/>
      <dgm:spPr/>
      <dgm:t>
        <a:bodyPr/>
        <a:lstStyle/>
        <a:p>
          <a:pPr>
            <a:lnSpc>
              <a:spcPct val="100000"/>
            </a:lnSpc>
            <a:defRPr cap="all"/>
          </a:pPr>
          <a:r>
            <a:rPr lang="en-US">
              <a:solidFill>
                <a:schemeClr val="accent2">
                  <a:lumMod val="50000"/>
                </a:schemeClr>
              </a:solidFill>
            </a:rPr>
            <a:t>02 </a:t>
          </a:r>
          <a:r>
            <a:rPr lang="en-US">
              <a:solidFill>
                <a:schemeClr val="accent2">
                  <a:lumMod val="50000"/>
                </a:schemeClr>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Literature</a:t>
          </a:r>
          <a:r>
            <a:rPr lang="en-US">
              <a:solidFill>
                <a:schemeClr val="accent2">
                  <a:lumMod val="50000"/>
                </a:schemeClr>
              </a:solidFill>
            </a:rPr>
            <a:t> </a:t>
          </a:r>
          <a:r>
            <a:rPr lang="en-US" u="sng">
              <a:solidFill>
                <a:schemeClr val="accent2">
                  <a:lumMod val="50000"/>
                </a:schemeClr>
              </a:solidFill>
            </a:rPr>
            <a:t>Review</a:t>
          </a:r>
        </a:p>
      </dgm:t>
    </dgm:pt>
    <dgm:pt modelId="{B8447188-5A62-4698-B41D-A0D56C76D486}" type="sibTrans" cxnId="{5D93455B-6D34-470A-82B4-8F295ECF989C}">
      <dgm:prSet/>
      <dgm:spPr/>
      <dgm:t>
        <a:bodyPr/>
        <a:lstStyle/>
        <a:p>
          <a:endParaRPr lang="en-US"/>
        </a:p>
      </dgm:t>
    </dgm:pt>
    <dgm:pt modelId="{11A51FBB-1445-419F-A7BE-F15E38DD48DF}" type="parTrans" cxnId="{5D93455B-6D34-470A-82B4-8F295ECF989C}">
      <dgm:prSet/>
      <dgm:spPr/>
      <dgm:t>
        <a:bodyPr/>
        <a:lstStyle/>
        <a:p>
          <a:endParaRPr lang="en-US"/>
        </a:p>
      </dgm:t>
    </dgm:pt>
    <dgm:pt modelId="{81802E85-EC20-4503-84A9-5D693C0A642A}">
      <dgm:prSet/>
      <dgm:spPr/>
      <dgm:t>
        <a:bodyPr/>
        <a:lstStyle/>
        <a:p>
          <a:pPr>
            <a:lnSpc>
              <a:spcPct val="100000"/>
            </a:lnSpc>
            <a:defRPr cap="all"/>
          </a:pPr>
          <a:r>
            <a:rPr lang="en-US">
              <a:solidFill>
                <a:schemeClr val="accent2">
                  <a:lumMod val="50000"/>
                </a:schemeClr>
              </a:solidFill>
            </a:rPr>
            <a:t>03 </a:t>
          </a:r>
          <a:r>
            <a:rPr lang="en-US">
              <a:solidFill>
                <a:schemeClr val="accent2">
                  <a:lumMod val="50000"/>
                </a:schemeClr>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Methodology</a:t>
          </a:r>
          <a:endParaRPr lang="en-US">
            <a:solidFill>
              <a:schemeClr val="accent2">
                <a:lumMod val="50000"/>
              </a:schemeClr>
            </a:solidFill>
          </a:endParaRPr>
        </a:p>
      </dgm:t>
    </dgm:pt>
    <dgm:pt modelId="{AE724C82-7B3F-40AB-9BE3-3CCA3A611A20}" type="parTrans" cxnId="{455F3AD4-1694-4E03-B9A8-907A5BF860FC}">
      <dgm:prSet/>
      <dgm:spPr/>
      <dgm:t>
        <a:bodyPr/>
        <a:lstStyle/>
        <a:p>
          <a:endParaRPr lang="en-IN"/>
        </a:p>
      </dgm:t>
    </dgm:pt>
    <dgm:pt modelId="{3EC5C6C2-377F-4A8F-B905-5EBCB5981B07}" type="sibTrans" cxnId="{455F3AD4-1694-4E03-B9A8-907A5BF860FC}">
      <dgm:prSet/>
      <dgm:spPr/>
      <dgm:t>
        <a:bodyPr/>
        <a:lstStyle/>
        <a:p>
          <a:endParaRPr lang="en-IN"/>
        </a:p>
      </dgm:t>
    </dgm:pt>
    <dgm:pt modelId="{982D95FB-A797-4BE3-9DA9-6F11B1728DDD}">
      <dgm:prSet/>
      <dgm:spPr/>
      <dgm:t>
        <a:bodyPr/>
        <a:lstStyle/>
        <a:p>
          <a:pPr>
            <a:lnSpc>
              <a:spcPct val="100000"/>
            </a:lnSpc>
            <a:defRPr cap="all"/>
          </a:pPr>
          <a:r>
            <a:rPr lang="en-US">
              <a:solidFill>
                <a:schemeClr val="accent2">
                  <a:lumMod val="50000"/>
                </a:schemeClr>
              </a:solidFill>
            </a:rPr>
            <a:t>04 </a:t>
          </a:r>
          <a:r>
            <a:rPr lang="en-US">
              <a:solidFill>
                <a:schemeClr val="accent2">
                  <a:lumMod val="50000"/>
                </a:schemeClr>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Analysis</a:t>
          </a:r>
          <a:endParaRPr lang="en-US">
            <a:solidFill>
              <a:schemeClr val="accent2">
                <a:lumMod val="50000"/>
              </a:schemeClr>
            </a:solidFill>
          </a:endParaRPr>
        </a:p>
      </dgm:t>
    </dgm:pt>
    <dgm:pt modelId="{5A1B1B0A-6173-485E-B6A0-84C089281282}" type="parTrans" cxnId="{F5CD2346-366C-49EB-B644-9ACBB388BA18}">
      <dgm:prSet/>
      <dgm:spPr/>
      <dgm:t>
        <a:bodyPr/>
        <a:lstStyle/>
        <a:p>
          <a:endParaRPr lang="en-IN"/>
        </a:p>
      </dgm:t>
    </dgm:pt>
    <dgm:pt modelId="{8551C262-5ED3-407E-9AEF-EA03A4F86887}" type="sibTrans" cxnId="{F5CD2346-366C-49EB-B644-9ACBB388BA18}">
      <dgm:prSet/>
      <dgm:spPr/>
      <dgm:t>
        <a:bodyPr/>
        <a:lstStyle/>
        <a:p>
          <a:endParaRPr lang="en-IN"/>
        </a:p>
      </dgm:t>
    </dgm:pt>
    <dgm:pt modelId="{E2C3538A-57A4-49EA-9E73-99A8493130D7}">
      <dgm:prSet/>
      <dgm:spPr/>
      <dgm:t>
        <a:bodyPr/>
        <a:lstStyle/>
        <a:p>
          <a:pPr>
            <a:lnSpc>
              <a:spcPct val="100000"/>
            </a:lnSpc>
            <a:defRPr cap="all"/>
          </a:pPr>
          <a:r>
            <a:rPr lang="en-US">
              <a:solidFill>
                <a:schemeClr val="accent2">
                  <a:lumMod val="50000"/>
                </a:schemeClr>
              </a:solidFill>
            </a:rPr>
            <a:t>05 </a:t>
          </a:r>
          <a:r>
            <a:rPr lang="en-US">
              <a:solidFill>
                <a:schemeClr val="accent2">
                  <a:lumMod val="50000"/>
                </a:schemeClr>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Conclusion</a:t>
          </a:r>
          <a:endParaRPr lang="en-US">
            <a:solidFill>
              <a:schemeClr val="accent2">
                <a:lumMod val="50000"/>
              </a:schemeClr>
            </a:solidFill>
          </a:endParaRPr>
        </a:p>
      </dgm:t>
    </dgm:pt>
    <dgm:pt modelId="{61ADA1DD-4B3C-4460-BDE5-41F9EB7F3E52}" type="parTrans" cxnId="{D118DFA0-F3D6-41A6-B4CE-FA7CDEF158A0}">
      <dgm:prSet/>
      <dgm:spPr/>
      <dgm:t>
        <a:bodyPr/>
        <a:lstStyle/>
        <a:p>
          <a:endParaRPr lang="en-IN"/>
        </a:p>
      </dgm:t>
    </dgm:pt>
    <dgm:pt modelId="{42558F12-9D08-48D5-803A-826602B78DBB}" type="sibTrans" cxnId="{D118DFA0-F3D6-41A6-B4CE-FA7CDEF158A0}">
      <dgm:prSet/>
      <dgm:spPr/>
      <dgm:t>
        <a:bodyPr/>
        <a:lstStyle/>
        <a:p>
          <a:endParaRPr lang="en-IN"/>
        </a:p>
      </dgm:t>
    </dgm:pt>
    <dgm:pt modelId="{C15D946D-F2D8-4D7F-9B1E-5E5FD56C9692}">
      <dgm:prSet/>
      <dgm:spPr/>
      <dgm:t>
        <a:bodyPr/>
        <a:lstStyle/>
        <a:p>
          <a:pPr>
            <a:lnSpc>
              <a:spcPct val="100000"/>
            </a:lnSpc>
            <a:defRPr cap="all"/>
          </a:pPr>
          <a:r>
            <a:rPr lang="en-US" u="none">
              <a:solidFill>
                <a:schemeClr val="accent2">
                  <a:lumMod val="50000"/>
                </a:schemeClr>
              </a:solidFill>
            </a:rPr>
            <a:t>07</a:t>
          </a:r>
          <a:r>
            <a:rPr lang="en-US">
              <a:solidFill>
                <a:schemeClr val="accent2">
                  <a:lumMod val="50000"/>
                </a:schemeClr>
              </a:solidFill>
            </a:rPr>
            <a:t> </a:t>
          </a:r>
          <a:r>
            <a:rPr lang="en-US">
              <a:solidFill>
                <a:schemeClr val="accent2">
                  <a:lumMod val="50000"/>
                </a:schemeClr>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Team</a:t>
          </a:r>
          <a:endParaRPr lang="en-US">
            <a:solidFill>
              <a:schemeClr val="accent2">
                <a:lumMod val="50000"/>
              </a:schemeClr>
            </a:solidFill>
          </a:endParaRPr>
        </a:p>
      </dgm:t>
    </dgm:pt>
    <dgm:pt modelId="{301B6962-ED59-4F7F-8199-52CCB34E0013}" type="parTrans" cxnId="{F5E4F045-6887-4B0F-BA1C-C46BBBF06CAF}">
      <dgm:prSet/>
      <dgm:spPr/>
      <dgm:t>
        <a:bodyPr/>
        <a:lstStyle/>
        <a:p>
          <a:endParaRPr lang="en-IN"/>
        </a:p>
      </dgm:t>
    </dgm:pt>
    <dgm:pt modelId="{55A55608-8C02-40E5-88D7-8473B8F77F92}" type="sibTrans" cxnId="{F5E4F045-6887-4B0F-BA1C-C46BBBF06CAF}">
      <dgm:prSet/>
      <dgm:spPr/>
      <dgm:t>
        <a:bodyPr/>
        <a:lstStyle/>
        <a:p>
          <a:endParaRPr lang="en-IN"/>
        </a:p>
      </dgm:t>
    </dgm:pt>
    <dgm:pt modelId="{F14E8249-D0C2-45C6-807C-C13D42A164D2}">
      <dgm:prSet/>
      <dgm:spPr/>
      <dgm:t>
        <a:bodyPr/>
        <a:lstStyle/>
        <a:p>
          <a:pPr>
            <a:lnSpc>
              <a:spcPct val="100000"/>
            </a:lnSpc>
            <a:defRPr cap="all"/>
          </a:pPr>
          <a:r>
            <a:rPr lang="en-US">
              <a:solidFill>
                <a:schemeClr val="accent2">
                  <a:lumMod val="50000"/>
                </a:schemeClr>
              </a:solidFill>
            </a:rPr>
            <a:t>06 </a:t>
          </a:r>
          <a:r>
            <a:rPr lang="en-US">
              <a:solidFill>
                <a:schemeClr val="accent2">
                  <a:lumMod val="50000"/>
                </a:schemeClr>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Bibliography</a:t>
          </a:r>
          <a:endParaRPr lang="en-US">
            <a:solidFill>
              <a:schemeClr val="accent2">
                <a:lumMod val="50000"/>
              </a:schemeClr>
            </a:solidFill>
          </a:endParaRPr>
        </a:p>
      </dgm:t>
    </dgm:pt>
    <dgm:pt modelId="{B8D45CDC-E732-436D-8984-5755CEEA91E7}" type="parTrans" cxnId="{9DD5DBAF-97BD-4692-9808-E34EDE41101A}">
      <dgm:prSet/>
      <dgm:spPr/>
      <dgm:t>
        <a:bodyPr/>
        <a:lstStyle/>
        <a:p>
          <a:endParaRPr lang="en-IN"/>
        </a:p>
      </dgm:t>
    </dgm:pt>
    <dgm:pt modelId="{DE4DA5AF-77CE-4051-A3EA-EF6D9E32FA38}" type="sibTrans" cxnId="{9DD5DBAF-97BD-4692-9808-E34EDE41101A}">
      <dgm:prSet/>
      <dgm:spPr/>
      <dgm:t>
        <a:bodyPr/>
        <a:lstStyle/>
        <a:p>
          <a:endParaRPr lang="en-IN"/>
        </a:p>
      </dgm:t>
    </dgm:pt>
    <dgm:pt modelId="{07226206-B262-4748-9926-B04E493A96B1}" type="pres">
      <dgm:prSet presAssocID="{98B0CE00-BE0A-4A9D-BA0E-F0DEB31BE43F}" presName="root" presStyleCnt="0">
        <dgm:presLayoutVars>
          <dgm:dir/>
          <dgm:resizeHandles val="exact"/>
        </dgm:presLayoutVars>
      </dgm:prSet>
      <dgm:spPr/>
    </dgm:pt>
    <dgm:pt modelId="{E71ECF6B-BB0E-492A-968C-C4C605A24C98}" type="pres">
      <dgm:prSet presAssocID="{2F43B863-8274-4D09-984C-E4F988BCE3AD}" presName="compNode" presStyleCnt="0"/>
      <dgm:spPr/>
    </dgm:pt>
    <dgm:pt modelId="{686D7FA4-0F5E-4D8D-8A01-59A6F3749F6A}" type="pres">
      <dgm:prSet presAssocID="{2F43B863-8274-4D09-984C-E4F988BCE3AD}" presName="iconBgRect" presStyleLbl="bgShp" presStyleIdx="0" presStyleCnt="7"/>
      <dgm:spPr/>
    </dgm:pt>
    <dgm:pt modelId="{DE5BCF64-00F3-46E4-B940-5DA4516944EC}" type="pres">
      <dgm:prSet presAssocID="{2F43B863-8274-4D09-984C-E4F988BCE3AD}"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spiration2"/>
        </a:ext>
      </dgm:extLst>
    </dgm:pt>
    <dgm:pt modelId="{427B0DB2-E849-4E2F-965D-CCD544C8C128}" type="pres">
      <dgm:prSet presAssocID="{2F43B863-8274-4D09-984C-E4F988BCE3AD}" presName="spaceRect" presStyleCnt="0"/>
      <dgm:spPr/>
    </dgm:pt>
    <dgm:pt modelId="{4D455A67-5AEE-4AF5-AB1B-B5887A455002}" type="pres">
      <dgm:prSet presAssocID="{2F43B863-8274-4D09-984C-E4F988BCE3AD}" presName="textRect" presStyleLbl="revTx" presStyleIdx="0" presStyleCnt="7" custScaleX="130250" custScaleY="100000">
        <dgm:presLayoutVars>
          <dgm:chMax val="1"/>
          <dgm:chPref val="1"/>
        </dgm:presLayoutVars>
      </dgm:prSet>
      <dgm:spPr/>
    </dgm:pt>
    <dgm:pt modelId="{E419DAD8-FAE9-4A57-9D19-CC97FA00501F}" type="pres">
      <dgm:prSet presAssocID="{A75F133B-2E0E-43F0-9FDE-EAE04A9B9671}" presName="sibTrans" presStyleCnt="0"/>
      <dgm:spPr/>
    </dgm:pt>
    <dgm:pt modelId="{D9004CC0-A4B2-409E-B0FE-B51D4EFADD93}" type="pres">
      <dgm:prSet presAssocID="{55FC26EF-EA87-45DA-918D-2F05C66CB776}" presName="compNode" presStyleCnt="0"/>
      <dgm:spPr/>
    </dgm:pt>
    <dgm:pt modelId="{C6A2F235-521D-4289-821D-59612A3C890D}" type="pres">
      <dgm:prSet presAssocID="{55FC26EF-EA87-45DA-918D-2F05C66CB776}" presName="iconBgRect" presStyleLbl="bgShp" presStyleIdx="1" presStyleCnt="7" custLinFactNeighborX="0" custLinFactNeighborY="-2879"/>
      <dgm:spPr/>
    </dgm:pt>
    <dgm:pt modelId="{325ADDDD-D240-43AB-8215-99EE3B3BDC71}" type="pres">
      <dgm:prSet presAssocID="{55FC26EF-EA87-45DA-918D-2F05C66CB776}" presName="iconRect" presStyleLbl="node1" presStyleIdx="1" presStyleCnt="7" custLinFactNeighborX="-1260" custLinFactNeighborY="2530"/>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pen Book"/>
        </a:ext>
      </dgm:extLst>
    </dgm:pt>
    <dgm:pt modelId="{5450BD06-D931-47C5-B12B-080B78DC648D}" type="pres">
      <dgm:prSet presAssocID="{55FC26EF-EA87-45DA-918D-2F05C66CB776}" presName="spaceRect" presStyleCnt="0"/>
      <dgm:spPr/>
    </dgm:pt>
    <dgm:pt modelId="{C16D2963-98FD-4F06-AAC9-215ECEED653C}" type="pres">
      <dgm:prSet presAssocID="{55FC26EF-EA87-45DA-918D-2F05C66CB776}" presName="textRect" presStyleLbl="revTx" presStyleIdx="1" presStyleCnt="7" custScaleX="158923" custLinFactNeighborX="0" custLinFactNeighborY="-4390">
        <dgm:presLayoutVars>
          <dgm:chMax val="1"/>
          <dgm:chPref val="1"/>
        </dgm:presLayoutVars>
      </dgm:prSet>
      <dgm:spPr/>
    </dgm:pt>
    <dgm:pt modelId="{021779E6-0CD7-4CB2-8BD6-11C2586BC430}" type="pres">
      <dgm:prSet presAssocID="{B8447188-5A62-4698-B41D-A0D56C76D486}" presName="sibTrans" presStyleCnt="0"/>
      <dgm:spPr/>
    </dgm:pt>
    <dgm:pt modelId="{F827824D-C2E3-4C0E-B211-6EE03BB064BA}" type="pres">
      <dgm:prSet presAssocID="{81802E85-EC20-4503-84A9-5D693C0A642A}" presName="compNode" presStyleCnt="0"/>
      <dgm:spPr/>
    </dgm:pt>
    <dgm:pt modelId="{D21DF6D3-267C-4E86-ADAF-D0368568C053}" type="pres">
      <dgm:prSet presAssocID="{81802E85-EC20-4503-84A9-5D693C0A642A}" presName="iconBgRect" presStyleLbl="bgShp" presStyleIdx="2" presStyleCnt="7" custLinFactNeighborX="0" custLinFactNeighborY="-2879"/>
      <dgm:spPr/>
    </dgm:pt>
    <dgm:pt modelId="{77F4CE21-545F-472A-91DF-E6354877B234}" type="pres">
      <dgm:prSet presAssocID="{81802E85-EC20-4503-84A9-5D693C0A642A}" presName="iconRect" presStyleLbl="node1" presStyleIdx="2" presStyleCnt="7" custLinFactNeighborX="-7186" custLinFactNeighborY="104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9900444F-218E-48B5-857C-9CFDBA9B6021}" type="pres">
      <dgm:prSet presAssocID="{81802E85-EC20-4503-84A9-5D693C0A642A}" presName="spaceRect" presStyleCnt="0"/>
      <dgm:spPr/>
    </dgm:pt>
    <dgm:pt modelId="{2BC0A87D-6983-46B5-920C-1CAA99149502}" type="pres">
      <dgm:prSet presAssocID="{81802E85-EC20-4503-84A9-5D693C0A642A}" presName="textRect" presStyleLbl="revTx" presStyleIdx="2" presStyleCnt="7" custScaleX="150208" custLinFactNeighborX="0" custLinFactNeighborY="-4390">
        <dgm:presLayoutVars>
          <dgm:chMax val="1"/>
          <dgm:chPref val="1"/>
        </dgm:presLayoutVars>
      </dgm:prSet>
      <dgm:spPr/>
    </dgm:pt>
    <dgm:pt modelId="{AD445E46-0418-4682-9DA7-B8EC57C5F4F9}" type="pres">
      <dgm:prSet presAssocID="{3EC5C6C2-377F-4A8F-B905-5EBCB5981B07}" presName="sibTrans" presStyleCnt="0"/>
      <dgm:spPr/>
    </dgm:pt>
    <dgm:pt modelId="{7D616CC9-2B93-43B5-BC21-A8008FEEFD0D}" type="pres">
      <dgm:prSet presAssocID="{982D95FB-A797-4BE3-9DA9-6F11B1728DDD}" presName="compNode" presStyleCnt="0"/>
      <dgm:spPr/>
    </dgm:pt>
    <dgm:pt modelId="{3694E23F-0D48-4B03-9A46-B7F1942DB1AB}" type="pres">
      <dgm:prSet presAssocID="{982D95FB-A797-4BE3-9DA9-6F11B1728DDD}" presName="iconBgRect" presStyleLbl="bgShp" presStyleIdx="3" presStyleCnt="7" custLinFactNeighborX="0" custLinFactNeighborY="-2879"/>
      <dgm:spPr/>
    </dgm:pt>
    <dgm:pt modelId="{9D4C932C-FC14-4DFA-A3B3-EC61F85257BE}" type="pres">
      <dgm:prSet presAssocID="{982D95FB-A797-4BE3-9DA9-6F11B1728DDD}" presName="iconRect" presStyleLbl="node1" presStyleIdx="3" presStyleCnt="7" custLinFactNeighborX="-1197" custLinFactNeighborY="-191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ar chart"/>
        </a:ext>
      </dgm:extLst>
    </dgm:pt>
    <dgm:pt modelId="{DE41F3D9-2FBB-4173-A58D-9FFEB247D0CC}" type="pres">
      <dgm:prSet presAssocID="{982D95FB-A797-4BE3-9DA9-6F11B1728DDD}" presName="spaceRect" presStyleCnt="0"/>
      <dgm:spPr/>
    </dgm:pt>
    <dgm:pt modelId="{CAECD4D6-6AC1-4ED3-A664-02B7525CDA32}" type="pres">
      <dgm:prSet presAssocID="{982D95FB-A797-4BE3-9DA9-6F11B1728DDD}" presName="textRect" presStyleLbl="revTx" presStyleIdx="3" presStyleCnt="7" custLinFactNeighborX="0" custLinFactNeighborY="-4390">
        <dgm:presLayoutVars>
          <dgm:chMax val="1"/>
          <dgm:chPref val="1"/>
        </dgm:presLayoutVars>
      </dgm:prSet>
      <dgm:spPr/>
    </dgm:pt>
    <dgm:pt modelId="{385F457E-AE23-4EA3-B8DE-9AF8561DB71B}" type="pres">
      <dgm:prSet presAssocID="{8551C262-5ED3-407E-9AEF-EA03A4F86887}" presName="sibTrans" presStyleCnt="0"/>
      <dgm:spPr/>
    </dgm:pt>
    <dgm:pt modelId="{3F5F05FA-3ADB-4B7F-AA73-44A9E9CA223D}" type="pres">
      <dgm:prSet presAssocID="{E2C3538A-57A4-49EA-9E73-99A8493130D7}" presName="compNode" presStyleCnt="0"/>
      <dgm:spPr/>
    </dgm:pt>
    <dgm:pt modelId="{FD1ABDB2-EF1B-49BE-8ACE-73DD8EB4D11D}" type="pres">
      <dgm:prSet presAssocID="{E2C3538A-57A4-49EA-9E73-99A8493130D7}" presName="iconBgRect" presStyleLbl="bgShp" presStyleIdx="4" presStyleCnt="7" custLinFactNeighborX="0"/>
      <dgm:spPr/>
    </dgm:pt>
    <dgm:pt modelId="{CBDFE5F7-1E2A-4CF7-AB63-4CBA7840E85E}" type="pres">
      <dgm:prSet presAssocID="{E2C3538A-57A4-49EA-9E73-99A8493130D7}" presName="iconRect" presStyleLbl="node1" presStyleIdx="4" presStyleCnt="7" custLinFactNeighborX="-1260" custLinFactNeighborY="16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Head with Gears"/>
        </a:ext>
      </dgm:extLst>
    </dgm:pt>
    <dgm:pt modelId="{3F3CA06C-B370-4C34-899A-1A758AEEBE16}" type="pres">
      <dgm:prSet presAssocID="{E2C3538A-57A4-49EA-9E73-99A8493130D7}" presName="spaceRect" presStyleCnt="0"/>
      <dgm:spPr/>
    </dgm:pt>
    <dgm:pt modelId="{A4608CBB-1A8E-4C83-812A-89612B2813E7}" type="pres">
      <dgm:prSet presAssocID="{E2C3538A-57A4-49EA-9E73-99A8493130D7}" presName="textRect" presStyleLbl="revTx" presStyleIdx="4" presStyleCnt="7" custScaleX="120917" custLinFactNeighborX="-2172" custLinFactNeighborY="145">
        <dgm:presLayoutVars>
          <dgm:chMax val="1"/>
          <dgm:chPref val="1"/>
        </dgm:presLayoutVars>
      </dgm:prSet>
      <dgm:spPr/>
    </dgm:pt>
    <dgm:pt modelId="{02969C0F-84E7-4BB1-9CB2-33CCAED40A95}" type="pres">
      <dgm:prSet presAssocID="{42558F12-9D08-48D5-803A-826602B78DBB}" presName="sibTrans" presStyleCnt="0"/>
      <dgm:spPr/>
    </dgm:pt>
    <dgm:pt modelId="{702840D6-D62D-4593-B79B-519845596DEE}" type="pres">
      <dgm:prSet presAssocID="{F14E8249-D0C2-45C6-807C-C13D42A164D2}" presName="compNode" presStyleCnt="0"/>
      <dgm:spPr/>
    </dgm:pt>
    <dgm:pt modelId="{B5CDE39D-A3A6-4A73-86F9-9BEA7FCEE2C9}" type="pres">
      <dgm:prSet presAssocID="{F14E8249-D0C2-45C6-807C-C13D42A164D2}" presName="iconBgRect" presStyleLbl="bgShp" presStyleIdx="5" presStyleCnt="7" custLinFactNeighborX="0"/>
      <dgm:spPr/>
    </dgm:pt>
    <dgm:pt modelId="{70E56548-5680-48D8-A30E-E35F816A5123}" type="pres">
      <dgm:prSet presAssocID="{F14E8249-D0C2-45C6-807C-C13D42A164D2}" presName="iconRect" presStyleLbl="node1" presStyleIdx="5" presStyleCnt="7" custLinFactNeighborX="-1260" custLinFactNeighborY="16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Books"/>
        </a:ext>
      </dgm:extLst>
    </dgm:pt>
    <dgm:pt modelId="{85AC9A00-C891-4B29-B831-753B4A1BD6A0}" type="pres">
      <dgm:prSet presAssocID="{F14E8249-D0C2-45C6-807C-C13D42A164D2}" presName="spaceRect" presStyleCnt="0"/>
      <dgm:spPr/>
    </dgm:pt>
    <dgm:pt modelId="{DF99260E-A8C8-4934-9C8D-75EED1A71F09}" type="pres">
      <dgm:prSet presAssocID="{F14E8249-D0C2-45C6-807C-C13D42A164D2}" presName="textRect" presStyleLbl="revTx" presStyleIdx="5" presStyleCnt="7" custScaleX="120917" custLinFactNeighborX="-2172" custLinFactNeighborY="145">
        <dgm:presLayoutVars>
          <dgm:chMax val="1"/>
          <dgm:chPref val="1"/>
        </dgm:presLayoutVars>
      </dgm:prSet>
      <dgm:spPr/>
    </dgm:pt>
    <dgm:pt modelId="{3B0194E6-2DC4-46D4-8910-60FF81CBF258}" type="pres">
      <dgm:prSet presAssocID="{DE4DA5AF-77CE-4051-A3EA-EF6D9E32FA38}" presName="sibTrans" presStyleCnt="0"/>
      <dgm:spPr/>
    </dgm:pt>
    <dgm:pt modelId="{122F6DB2-2EFF-42CC-85BD-88ABC072AC82}" type="pres">
      <dgm:prSet presAssocID="{C15D946D-F2D8-4D7F-9B1E-5E5FD56C9692}" presName="compNode" presStyleCnt="0"/>
      <dgm:spPr/>
    </dgm:pt>
    <dgm:pt modelId="{61B8C814-DB20-4945-9367-72DE1CA5E45B}" type="pres">
      <dgm:prSet presAssocID="{C15D946D-F2D8-4D7F-9B1E-5E5FD56C9692}" presName="iconBgRect" presStyleLbl="bgShp" presStyleIdx="6" presStyleCnt="7" custLinFactNeighborX="0" custLinFactNeighborY="-2879"/>
      <dgm:spPr/>
    </dgm:pt>
    <dgm:pt modelId="{9C301AAF-7D88-4129-B6B7-0F0DA39124C3}" type="pres">
      <dgm:prSet presAssocID="{C15D946D-F2D8-4D7F-9B1E-5E5FD56C9692}" presName="iconRect" presStyleLbl="node1" presStyleIdx="6" presStyleCnt="7" custLinFactNeighborX="1703" custLinFactNeighborY="-433"/>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pt>
    <dgm:pt modelId="{60BE16E4-5DC4-4945-AFFA-AFAE61F9FFAE}" type="pres">
      <dgm:prSet presAssocID="{C15D946D-F2D8-4D7F-9B1E-5E5FD56C9692}" presName="spaceRect" presStyleCnt="0"/>
      <dgm:spPr/>
    </dgm:pt>
    <dgm:pt modelId="{F6E2831F-7427-46E0-A656-FEE281EE44FF}" type="pres">
      <dgm:prSet presAssocID="{C15D946D-F2D8-4D7F-9B1E-5E5FD56C9692}" presName="textRect" presStyleLbl="revTx" presStyleIdx="6" presStyleCnt="7" custLinFactNeighborX="0" custLinFactNeighborY="-4390">
        <dgm:presLayoutVars>
          <dgm:chMax val="1"/>
          <dgm:chPref val="1"/>
        </dgm:presLayoutVars>
      </dgm:prSet>
      <dgm:spPr/>
    </dgm:pt>
  </dgm:ptLst>
  <dgm:cxnLst>
    <dgm:cxn modelId="{47A3A314-BFAC-42E1-BA7C-D18BF3BF2E07}" type="presOf" srcId="{98B0CE00-BE0A-4A9D-BA0E-F0DEB31BE43F}" destId="{07226206-B262-4748-9926-B04E493A96B1}" srcOrd="0" destOrd="0" presId="urn:microsoft.com/office/officeart/2018/5/layout/IconCircleLabelList"/>
    <dgm:cxn modelId="{C1B43D21-33C2-4FB9-A158-2753A40FF239}" type="presOf" srcId="{81802E85-EC20-4503-84A9-5D693C0A642A}" destId="{2BC0A87D-6983-46B5-920C-1CAA99149502}" srcOrd="0" destOrd="0" presId="urn:microsoft.com/office/officeart/2018/5/layout/IconCircleLabelList"/>
    <dgm:cxn modelId="{D2F81D33-C67C-41A3-B160-A1B26686332C}" type="presOf" srcId="{55FC26EF-EA87-45DA-918D-2F05C66CB776}" destId="{C16D2963-98FD-4F06-AAC9-215ECEED653C}" srcOrd="0" destOrd="0" presId="urn:microsoft.com/office/officeart/2018/5/layout/IconCircleLabelList"/>
    <dgm:cxn modelId="{F5E4F045-6887-4B0F-BA1C-C46BBBF06CAF}" srcId="{98B0CE00-BE0A-4A9D-BA0E-F0DEB31BE43F}" destId="{C15D946D-F2D8-4D7F-9B1E-5E5FD56C9692}" srcOrd="6" destOrd="0" parTransId="{301B6962-ED59-4F7F-8199-52CCB34E0013}" sibTransId="{55A55608-8C02-40E5-88D7-8473B8F77F92}"/>
    <dgm:cxn modelId="{F5CD2346-366C-49EB-B644-9ACBB388BA18}" srcId="{98B0CE00-BE0A-4A9D-BA0E-F0DEB31BE43F}" destId="{982D95FB-A797-4BE3-9DA9-6F11B1728DDD}" srcOrd="3" destOrd="0" parTransId="{5A1B1B0A-6173-485E-B6A0-84C089281282}" sibTransId="{8551C262-5ED3-407E-9AEF-EA03A4F86887}"/>
    <dgm:cxn modelId="{AC3CA358-BF5F-480D-A63C-A1ABE8D81E5A}" type="presOf" srcId="{E2C3538A-57A4-49EA-9E73-99A8493130D7}" destId="{A4608CBB-1A8E-4C83-812A-89612B2813E7}" srcOrd="0" destOrd="0" presId="urn:microsoft.com/office/officeart/2018/5/layout/IconCircleLabelList"/>
    <dgm:cxn modelId="{5D93455B-6D34-470A-82B4-8F295ECF989C}" srcId="{98B0CE00-BE0A-4A9D-BA0E-F0DEB31BE43F}" destId="{55FC26EF-EA87-45DA-918D-2F05C66CB776}" srcOrd="1" destOrd="0" parTransId="{11A51FBB-1445-419F-A7BE-F15E38DD48DF}" sibTransId="{B8447188-5A62-4698-B41D-A0D56C76D486}"/>
    <dgm:cxn modelId="{95F5C687-9DD2-40AB-9EBA-934816317BF1}" type="presOf" srcId="{2F43B863-8274-4D09-984C-E4F988BCE3AD}" destId="{4D455A67-5AEE-4AF5-AB1B-B5887A455002}" srcOrd="0" destOrd="0" presId="urn:microsoft.com/office/officeart/2018/5/layout/IconCircleLabelList"/>
    <dgm:cxn modelId="{D118DFA0-F3D6-41A6-B4CE-FA7CDEF158A0}" srcId="{98B0CE00-BE0A-4A9D-BA0E-F0DEB31BE43F}" destId="{E2C3538A-57A4-49EA-9E73-99A8493130D7}" srcOrd="4" destOrd="0" parTransId="{61ADA1DD-4B3C-4460-BDE5-41F9EB7F3E52}" sibTransId="{42558F12-9D08-48D5-803A-826602B78DBB}"/>
    <dgm:cxn modelId="{45FCB4A6-7098-4DC3-91C1-FBFDA6026A08}" type="presOf" srcId="{C15D946D-F2D8-4D7F-9B1E-5E5FD56C9692}" destId="{F6E2831F-7427-46E0-A656-FEE281EE44FF}" srcOrd="0" destOrd="0" presId="urn:microsoft.com/office/officeart/2018/5/layout/IconCircleLabelList"/>
    <dgm:cxn modelId="{9DD5DBAF-97BD-4692-9808-E34EDE41101A}" srcId="{98B0CE00-BE0A-4A9D-BA0E-F0DEB31BE43F}" destId="{F14E8249-D0C2-45C6-807C-C13D42A164D2}" srcOrd="5" destOrd="0" parTransId="{B8D45CDC-E732-436D-8984-5755CEEA91E7}" sibTransId="{DE4DA5AF-77CE-4051-A3EA-EF6D9E32FA38}"/>
    <dgm:cxn modelId="{F1FBE6C0-F7A7-46AF-A1E7-52277DCFA366}" type="presOf" srcId="{982D95FB-A797-4BE3-9DA9-6F11B1728DDD}" destId="{CAECD4D6-6AC1-4ED3-A664-02B7525CDA32}" srcOrd="0" destOrd="0" presId="urn:microsoft.com/office/officeart/2018/5/layout/IconCircleLabelList"/>
    <dgm:cxn modelId="{53F6F3CB-FF06-4CB5-B624-A0DF1ED6B2DE}" srcId="{98B0CE00-BE0A-4A9D-BA0E-F0DEB31BE43F}" destId="{2F43B863-8274-4D09-984C-E4F988BCE3AD}" srcOrd="0" destOrd="0" parTransId="{E2DB7C74-D613-40B8-926A-14C4608D91D0}" sibTransId="{A75F133B-2E0E-43F0-9FDE-EAE04A9B9671}"/>
    <dgm:cxn modelId="{455F3AD4-1694-4E03-B9A8-907A5BF860FC}" srcId="{98B0CE00-BE0A-4A9D-BA0E-F0DEB31BE43F}" destId="{81802E85-EC20-4503-84A9-5D693C0A642A}" srcOrd="2" destOrd="0" parTransId="{AE724C82-7B3F-40AB-9BE3-3CCA3A611A20}" sibTransId="{3EC5C6C2-377F-4A8F-B905-5EBCB5981B07}"/>
    <dgm:cxn modelId="{6E27CBE9-51CD-4947-8259-45798AEEB115}" type="presOf" srcId="{F14E8249-D0C2-45C6-807C-C13D42A164D2}" destId="{DF99260E-A8C8-4934-9C8D-75EED1A71F09}" srcOrd="0" destOrd="0" presId="urn:microsoft.com/office/officeart/2018/5/layout/IconCircleLabelList"/>
    <dgm:cxn modelId="{3867C4D9-65A2-4771-B714-A499C3DFB5A1}" type="presParOf" srcId="{07226206-B262-4748-9926-B04E493A96B1}" destId="{E71ECF6B-BB0E-492A-968C-C4C605A24C98}" srcOrd="0" destOrd="0" presId="urn:microsoft.com/office/officeart/2018/5/layout/IconCircleLabelList"/>
    <dgm:cxn modelId="{3064AE40-B970-44CE-A6F7-D600B06B02CC}" type="presParOf" srcId="{E71ECF6B-BB0E-492A-968C-C4C605A24C98}" destId="{686D7FA4-0F5E-4D8D-8A01-59A6F3749F6A}" srcOrd="0" destOrd="0" presId="urn:microsoft.com/office/officeart/2018/5/layout/IconCircleLabelList"/>
    <dgm:cxn modelId="{18F1A278-6C2F-4C70-A756-376C40F7A234}" type="presParOf" srcId="{E71ECF6B-BB0E-492A-968C-C4C605A24C98}" destId="{DE5BCF64-00F3-46E4-B940-5DA4516944EC}" srcOrd="1" destOrd="0" presId="urn:microsoft.com/office/officeart/2018/5/layout/IconCircleLabelList"/>
    <dgm:cxn modelId="{FCC2A728-B430-4555-91AD-A9131A3E7C3E}" type="presParOf" srcId="{E71ECF6B-BB0E-492A-968C-C4C605A24C98}" destId="{427B0DB2-E849-4E2F-965D-CCD544C8C128}" srcOrd="2" destOrd="0" presId="urn:microsoft.com/office/officeart/2018/5/layout/IconCircleLabelList"/>
    <dgm:cxn modelId="{7D2DF4B6-2899-4FF6-8016-3032628242B7}" type="presParOf" srcId="{E71ECF6B-BB0E-492A-968C-C4C605A24C98}" destId="{4D455A67-5AEE-4AF5-AB1B-B5887A455002}" srcOrd="3" destOrd="0" presId="urn:microsoft.com/office/officeart/2018/5/layout/IconCircleLabelList"/>
    <dgm:cxn modelId="{FFECA6A1-F81D-4A6D-8D45-BF9DC2CAE789}" type="presParOf" srcId="{07226206-B262-4748-9926-B04E493A96B1}" destId="{E419DAD8-FAE9-4A57-9D19-CC97FA00501F}" srcOrd="1" destOrd="0" presId="urn:microsoft.com/office/officeart/2018/5/layout/IconCircleLabelList"/>
    <dgm:cxn modelId="{31EA8D1C-0596-4836-929D-059D6F0D1C93}" type="presParOf" srcId="{07226206-B262-4748-9926-B04E493A96B1}" destId="{D9004CC0-A4B2-409E-B0FE-B51D4EFADD93}" srcOrd="2" destOrd="0" presId="urn:microsoft.com/office/officeart/2018/5/layout/IconCircleLabelList"/>
    <dgm:cxn modelId="{EEFDA178-7BFC-4B3C-BE7B-B2D456830BFD}" type="presParOf" srcId="{D9004CC0-A4B2-409E-B0FE-B51D4EFADD93}" destId="{C6A2F235-521D-4289-821D-59612A3C890D}" srcOrd="0" destOrd="0" presId="urn:microsoft.com/office/officeart/2018/5/layout/IconCircleLabelList"/>
    <dgm:cxn modelId="{4B8153F8-2441-40F3-B2D4-F9BDEDC3CC4C}" type="presParOf" srcId="{D9004CC0-A4B2-409E-B0FE-B51D4EFADD93}" destId="{325ADDDD-D240-43AB-8215-99EE3B3BDC71}" srcOrd="1" destOrd="0" presId="urn:microsoft.com/office/officeart/2018/5/layout/IconCircleLabelList"/>
    <dgm:cxn modelId="{CA873590-91BF-4EE4-905B-F20B890085BD}" type="presParOf" srcId="{D9004CC0-A4B2-409E-B0FE-B51D4EFADD93}" destId="{5450BD06-D931-47C5-B12B-080B78DC648D}" srcOrd="2" destOrd="0" presId="urn:microsoft.com/office/officeart/2018/5/layout/IconCircleLabelList"/>
    <dgm:cxn modelId="{2BD59D2C-23F3-46AA-A8D5-64C27FC9BDE9}" type="presParOf" srcId="{D9004CC0-A4B2-409E-B0FE-B51D4EFADD93}" destId="{C16D2963-98FD-4F06-AAC9-215ECEED653C}" srcOrd="3" destOrd="0" presId="urn:microsoft.com/office/officeart/2018/5/layout/IconCircleLabelList"/>
    <dgm:cxn modelId="{286722DB-855A-49ED-893B-1B2C29C3241D}" type="presParOf" srcId="{07226206-B262-4748-9926-B04E493A96B1}" destId="{021779E6-0CD7-4CB2-8BD6-11C2586BC430}" srcOrd="3" destOrd="0" presId="urn:microsoft.com/office/officeart/2018/5/layout/IconCircleLabelList"/>
    <dgm:cxn modelId="{B6500082-B43B-4652-8507-A38A2FE241AE}" type="presParOf" srcId="{07226206-B262-4748-9926-B04E493A96B1}" destId="{F827824D-C2E3-4C0E-B211-6EE03BB064BA}" srcOrd="4" destOrd="0" presId="urn:microsoft.com/office/officeart/2018/5/layout/IconCircleLabelList"/>
    <dgm:cxn modelId="{EC715605-9F76-4B48-8F98-72AC56E7E007}" type="presParOf" srcId="{F827824D-C2E3-4C0E-B211-6EE03BB064BA}" destId="{D21DF6D3-267C-4E86-ADAF-D0368568C053}" srcOrd="0" destOrd="0" presId="urn:microsoft.com/office/officeart/2018/5/layout/IconCircleLabelList"/>
    <dgm:cxn modelId="{81890801-BA1F-4A09-A76A-DBD3E71039AA}" type="presParOf" srcId="{F827824D-C2E3-4C0E-B211-6EE03BB064BA}" destId="{77F4CE21-545F-472A-91DF-E6354877B234}" srcOrd="1" destOrd="0" presId="urn:microsoft.com/office/officeart/2018/5/layout/IconCircleLabelList"/>
    <dgm:cxn modelId="{673DCE58-D285-4B0E-B017-75D5601DE84C}" type="presParOf" srcId="{F827824D-C2E3-4C0E-B211-6EE03BB064BA}" destId="{9900444F-218E-48B5-857C-9CFDBA9B6021}" srcOrd="2" destOrd="0" presId="urn:microsoft.com/office/officeart/2018/5/layout/IconCircleLabelList"/>
    <dgm:cxn modelId="{EAC62A84-D6AF-443A-98AF-C931F0BDD037}" type="presParOf" srcId="{F827824D-C2E3-4C0E-B211-6EE03BB064BA}" destId="{2BC0A87D-6983-46B5-920C-1CAA99149502}" srcOrd="3" destOrd="0" presId="urn:microsoft.com/office/officeart/2018/5/layout/IconCircleLabelList"/>
    <dgm:cxn modelId="{5A0508B7-DC3B-438A-9CCA-65B45349A88F}" type="presParOf" srcId="{07226206-B262-4748-9926-B04E493A96B1}" destId="{AD445E46-0418-4682-9DA7-B8EC57C5F4F9}" srcOrd="5" destOrd="0" presId="urn:microsoft.com/office/officeart/2018/5/layout/IconCircleLabelList"/>
    <dgm:cxn modelId="{7E7F1502-DD25-40C3-AABB-7A2B1AEC6623}" type="presParOf" srcId="{07226206-B262-4748-9926-B04E493A96B1}" destId="{7D616CC9-2B93-43B5-BC21-A8008FEEFD0D}" srcOrd="6" destOrd="0" presId="urn:microsoft.com/office/officeart/2018/5/layout/IconCircleLabelList"/>
    <dgm:cxn modelId="{3A59FA3E-73EB-411E-BAF6-82B11B7B5399}" type="presParOf" srcId="{7D616CC9-2B93-43B5-BC21-A8008FEEFD0D}" destId="{3694E23F-0D48-4B03-9A46-B7F1942DB1AB}" srcOrd="0" destOrd="0" presId="urn:microsoft.com/office/officeart/2018/5/layout/IconCircleLabelList"/>
    <dgm:cxn modelId="{FAB1B261-0D03-4D7D-91DC-88E782866D8A}" type="presParOf" srcId="{7D616CC9-2B93-43B5-BC21-A8008FEEFD0D}" destId="{9D4C932C-FC14-4DFA-A3B3-EC61F85257BE}" srcOrd="1" destOrd="0" presId="urn:microsoft.com/office/officeart/2018/5/layout/IconCircleLabelList"/>
    <dgm:cxn modelId="{627BF251-D714-42CA-82FA-C181400D357E}" type="presParOf" srcId="{7D616CC9-2B93-43B5-BC21-A8008FEEFD0D}" destId="{DE41F3D9-2FBB-4173-A58D-9FFEB247D0CC}" srcOrd="2" destOrd="0" presId="urn:microsoft.com/office/officeart/2018/5/layout/IconCircleLabelList"/>
    <dgm:cxn modelId="{5DD51018-127B-4F32-98E4-6E8F980C1D22}" type="presParOf" srcId="{7D616CC9-2B93-43B5-BC21-A8008FEEFD0D}" destId="{CAECD4D6-6AC1-4ED3-A664-02B7525CDA32}" srcOrd="3" destOrd="0" presId="urn:microsoft.com/office/officeart/2018/5/layout/IconCircleLabelList"/>
    <dgm:cxn modelId="{E0ABBC92-BEFF-4446-A718-AB1FBED61F01}" type="presParOf" srcId="{07226206-B262-4748-9926-B04E493A96B1}" destId="{385F457E-AE23-4EA3-B8DE-9AF8561DB71B}" srcOrd="7" destOrd="0" presId="urn:microsoft.com/office/officeart/2018/5/layout/IconCircleLabelList"/>
    <dgm:cxn modelId="{D8FB9748-77E4-4934-A590-C7DA0CFBD8F9}" type="presParOf" srcId="{07226206-B262-4748-9926-B04E493A96B1}" destId="{3F5F05FA-3ADB-4B7F-AA73-44A9E9CA223D}" srcOrd="8" destOrd="0" presId="urn:microsoft.com/office/officeart/2018/5/layout/IconCircleLabelList"/>
    <dgm:cxn modelId="{5E8312C5-9A5D-48B0-A93A-5B9944E0A0A2}" type="presParOf" srcId="{3F5F05FA-3ADB-4B7F-AA73-44A9E9CA223D}" destId="{FD1ABDB2-EF1B-49BE-8ACE-73DD8EB4D11D}" srcOrd="0" destOrd="0" presId="urn:microsoft.com/office/officeart/2018/5/layout/IconCircleLabelList"/>
    <dgm:cxn modelId="{19D36A20-D5B0-485A-8FD4-E6DCBF2BE12B}" type="presParOf" srcId="{3F5F05FA-3ADB-4B7F-AA73-44A9E9CA223D}" destId="{CBDFE5F7-1E2A-4CF7-AB63-4CBA7840E85E}" srcOrd="1" destOrd="0" presId="urn:microsoft.com/office/officeart/2018/5/layout/IconCircleLabelList"/>
    <dgm:cxn modelId="{EF5B850D-F089-4D84-BEED-CB2CED1AE612}" type="presParOf" srcId="{3F5F05FA-3ADB-4B7F-AA73-44A9E9CA223D}" destId="{3F3CA06C-B370-4C34-899A-1A758AEEBE16}" srcOrd="2" destOrd="0" presId="urn:microsoft.com/office/officeart/2018/5/layout/IconCircleLabelList"/>
    <dgm:cxn modelId="{55FF27FE-1C90-4787-BDED-DAA2823CFF46}" type="presParOf" srcId="{3F5F05FA-3ADB-4B7F-AA73-44A9E9CA223D}" destId="{A4608CBB-1A8E-4C83-812A-89612B2813E7}" srcOrd="3" destOrd="0" presId="urn:microsoft.com/office/officeart/2018/5/layout/IconCircleLabelList"/>
    <dgm:cxn modelId="{BDDB6572-52CD-41DA-84C3-4B2C2A9A830F}" type="presParOf" srcId="{07226206-B262-4748-9926-B04E493A96B1}" destId="{02969C0F-84E7-4BB1-9CB2-33CCAED40A95}" srcOrd="9" destOrd="0" presId="urn:microsoft.com/office/officeart/2018/5/layout/IconCircleLabelList"/>
    <dgm:cxn modelId="{525ABD06-7167-498E-A033-BBCB6B4E681C}" type="presParOf" srcId="{07226206-B262-4748-9926-B04E493A96B1}" destId="{702840D6-D62D-4593-B79B-519845596DEE}" srcOrd="10" destOrd="0" presId="urn:microsoft.com/office/officeart/2018/5/layout/IconCircleLabelList"/>
    <dgm:cxn modelId="{A3124CC8-380E-4A9B-B402-D16D0A0D8BE6}" type="presParOf" srcId="{702840D6-D62D-4593-B79B-519845596DEE}" destId="{B5CDE39D-A3A6-4A73-86F9-9BEA7FCEE2C9}" srcOrd="0" destOrd="0" presId="urn:microsoft.com/office/officeart/2018/5/layout/IconCircleLabelList"/>
    <dgm:cxn modelId="{E868713F-6599-47FD-B39A-97441E132995}" type="presParOf" srcId="{702840D6-D62D-4593-B79B-519845596DEE}" destId="{70E56548-5680-48D8-A30E-E35F816A5123}" srcOrd="1" destOrd="0" presId="urn:microsoft.com/office/officeart/2018/5/layout/IconCircleLabelList"/>
    <dgm:cxn modelId="{1BA10F5F-CB10-4684-AC5D-469E4B4F71CE}" type="presParOf" srcId="{702840D6-D62D-4593-B79B-519845596DEE}" destId="{85AC9A00-C891-4B29-B831-753B4A1BD6A0}" srcOrd="2" destOrd="0" presId="urn:microsoft.com/office/officeart/2018/5/layout/IconCircleLabelList"/>
    <dgm:cxn modelId="{44F4FB08-2D51-4123-9ECB-D7AB0C8714FB}" type="presParOf" srcId="{702840D6-D62D-4593-B79B-519845596DEE}" destId="{DF99260E-A8C8-4934-9C8D-75EED1A71F09}" srcOrd="3" destOrd="0" presId="urn:microsoft.com/office/officeart/2018/5/layout/IconCircleLabelList"/>
    <dgm:cxn modelId="{A11D5A6A-8681-4EAF-840E-7AB92839C94F}" type="presParOf" srcId="{07226206-B262-4748-9926-B04E493A96B1}" destId="{3B0194E6-2DC4-46D4-8910-60FF81CBF258}" srcOrd="11" destOrd="0" presId="urn:microsoft.com/office/officeart/2018/5/layout/IconCircleLabelList"/>
    <dgm:cxn modelId="{DA7F8590-44D4-4986-B842-101F8DFCCB01}" type="presParOf" srcId="{07226206-B262-4748-9926-B04E493A96B1}" destId="{122F6DB2-2EFF-42CC-85BD-88ABC072AC82}" srcOrd="12" destOrd="0" presId="urn:microsoft.com/office/officeart/2018/5/layout/IconCircleLabelList"/>
    <dgm:cxn modelId="{ED0A40A5-5B95-4FE2-9C93-380C68F26F06}" type="presParOf" srcId="{122F6DB2-2EFF-42CC-85BD-88ABC072AC82}" destId="{61B8C814-DB20-4945-9367-72DE1CA5E45B}" srcOrd="0" destOrd="0" presId="urn:microsoft.com/office/officeart/2018/5/layout/IconCircleLabelList"/>
    <dgm:cxn modelId="{058F35DB-9E06-4DB9-B2C7-6A3C9E361F22}" type="presParOf" srcId="{122F6DB2-2EFF-42CC-85BD-88ABC072AC82}" destId="{9C301AAF-7D88-4129-B6B7-0F0DA39124C3}" srcOrd="1" destOrd="0" presId="urn:microsoft.com/office/officeart/2018/5/layout/IconCircleLabelList"/>
    <dgm:cxn modelId="{9C1E460E-90DD-486B-BA29-6548917839DA}" type="presParOf" srcId="{122F6DB2-2EFF-42CC-85BD-88ABC072AC82}" destId="{60BE16E4-5DC4-4945-AFFA-AFAE61F9FFAE}" srcOrd="2" destOrd="0" presId="urn:microsoft.com/office/officeart/2018/5/layout/IconCircleLabelList"/>
    <dgm:cxn modelId="{4E6576ED-DCA3-4BE9-BCF8-763EB805F2BC}" type="presParOf" srcId="{122F6DB2-2EFF-42CC-85BD-88ABC072AC82}" destId="{F6E2831F-7427-46E0-A656-FEE281EE44FF}"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6D7FA4-0F5E-4D8D-8A01-59A6F3749F6A}">
      <dsp:nvSpPr>
        <dsp:cNvPr id="0" name=""/>
        <dsp:cNvSpPr/>
      </dsp:nvSpPr>
      <dsp:spPr>
        <a:xfrm>
          <a:off x="646629" y="991"/>
          <a:ext cx="1044386" cy="1044386"/>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5BCF64-00F3-46E4-B940-5DA4516944EC}">
      <dsp:nvSpPr>
        <dsp:cNvPr id="0" name=""/>
        <dsp:cNvSpPr/>
      </dsp:nvSpPr>
      <dsp:spPr>
        <a:xfrm>
          <a:off x="869203" y="223565"/>
          <a:ext cx="599238" cy="59923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D455A67-5AEE-4AF5-AB1B-B5887A455002}">
      <dsp:nvSpPr>
        <dsp:cNvPr id="0" name=""/>
        <dsp:cNvSpPr/>
      </dsp:nvSpPr>
      <dsp:spPr>
        <a:xfrm>
          <a:off x="53811" y="1370679"/>
          <a:ext cx="2230022" cy="684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US" sz="1700" kern="1200">
              <a:solidFill>
                <a:schemeClr val="accent2">
                  <a:lumMod val="50000"/>
                </a:schemeClr>
              </a:solidFill>
            </a:rPr>
            <a:t>01 </a:t>
          </a:r>
          <a:r>
            <a:rPr lang="en-US" sz="1700" kern="1200">
              <a:solidFill>
                <a:schemeClr val="accent2">
                  <a:lumMod val="50000"/>
                </a:schemeClr>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Introduction</a:t>
          </a:r>
          <a:endParaRPr lang="en-US" sz="1700" kern="1200">
            <a:solidFill>
              <a:schemeClr val="accent2">
                <a:lumMod val="50000"/>
              </a:schemeClr>
            </a:solidFill>
          </a:endParaRPr>
        </a:p>
      </dsp:txBody>
      <dsp:txXfrm>
        <a:off x="53811" y="1370679"/>
        <a:ext cx="2230022" cy="684843"/>
      </dsp:txXfrm>
    </dsp:sp>
    <dsp:sp modelId="{C6A2F235-521D-4289-821D-59612A3C890D}">
      <dsp:nvSpPr>
        <dsp:cNvPr id="0" name=""/>
        <dsp:cNvSpPr/>
      </dsp:nvSpPr>
      <dsp:spPr>
        <a:xfrm>
          <a:off x="3421727" y="0"/>
          <a:ext cx="1044386" cy="1044386"/>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25ADDDD-D240-43AB-8215-99EE3B3BDC71}">
      <dsp:nvSpPr>
        <dsp:cNvPr id="0" name=""/>
        <dsp:cNvSpPr/>
      </dsp:nvSpPr>
      <dsp:spPr>
        <a:xfrm>
          <a:off x="3636751" y="238726"/>
          <a:ext cx="599238" cy="59923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16D2963-98FD-4F06-AAC9-215ECEED653C}">
      <dsp:nvSpPr>
        <dsp:cNvPr id="0" name=""/>
        <dsp:cNvSpPr/>
      </dsp:nvSpPr>
      <dsp:spPr>
        <a:xfrm>
          <a:off x="2583453" y="1340614"/>
          <a:ext cx="2720935" cy="684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US" sz="1700" kern="1200">
              <a:solidFill>
                <a:schemeClr val="accent2">
                  <a:lumMod val="50000"/>
                </a:schemeClr>
              </a:solidFill>
            </a:rPr>
            <a:t>02 </a:t>
          </a:r>
          <a:r>
            <a:rPr lang="en-US" sz="1700" kern="1200">
              <a:solidFill>
                <a:schemeClr val="accent2">
                  <a:lumMod val="50000"/>
                </a:schemeClr>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Literature</a:t>
          </a:r>
          <a:r>
            <a:rPr lang="en-US" sz="1700" kern="1200">
              <a:solidFill>
                <a:schemeClr val="accent2">
                  <a:lumMod val="50000"/>
                </a:schemeClr>
              </a:solidFill>
            </a:rPr>
            <a:t> </a:t>
          </a:r>
          <a:r>
            <a:rPr lang="en-US" sz="1700" u="sng" kern="1200">
              <a:solidFill>
                <a:schemeClr val="accent2">
                  <a:lumMod val="50000"/>
                </a:schemeClr>
              </a:solidFill>
            </a:rPr>
            <a:t>Review</a:t>
          </a:r>
        </a:p>
      </dsp:txBody>
      <dsp:txXfrm>
        <a:off x="2583453" y="1340614"/>
        <a:ext cx="2720935" cy="684843"/>
      </dsp:txXfrm>
    </dsp:sp>
    <dsp:sp modelId="{D21DF6D3-267C-4E86-ADAF-D0368568C053}">
      <dsp:nvSpPr>
        <dsp:cNvPr id="0" name=""/>
        <dsp:cNvSpPr/>
      </dsp:nvSpPr>
      <dsp:spPr>
        <a:xfrm>
          <a:off x="6367677" y="0"/>
          <a:ext cx="1044386" cy="1044386"/>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F4CE21-545F-472A-91DF-E6354877B234}">
      <dsp:nvSpPr>
        <dsp:cNvPr id="0" name=""/>
        <dsp:cNvSpPr/>
      </dsp:nvSpPr>
      <dsp:spPr>
        <a:xfrm>
          <a:off x="6547190" y="229845"/>
          <a:ext cx="599238" cy="59923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BC0A87D-6983-46B5-920C-1CAA99149502}">
      <dsp:nvSpPr>
        <dsp:cNvPr id="0" name=""/>
        <dsp:cNvSpPr/>
      </dsp:nvSpPr>
      <dsp:spPr>
        <a:xfrm>
          <a:off x="5604007" y="1340614"/>
          <a:ext cx="2571725" cy="684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US" sz="1700" kern="1200">
              <a:solidFill>
                <a:schemeClr val="accent2">
                  <a:lumMod val="50000"/>
                </a:schemeClr>
              </a:solidFill>
            </a:rPr>
            <a:t>03 </a:t>
          </a:r>
          <a:r>
            <a:rPr lang="en-US" sz="1700" kern="1200">
              <a:solidFill>
                <a:schemeClr val="accent2">
                  <a:lumMod val="50000"/>
                </a:schemeClr>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Methodology</a:t>
          </a:r>
          <a:endParaRPr lang="en-US" sz="1700" kern="1200">
            <a:solidFill>
              <a:schemeClr val="accent2">
                <a:lumMod val="50000"/>
              </a:schemeClr>
            </a:solidFill>
          </a:endParaRPr>
        </a:p>
      </dsp:txBody>
      <dsp:txXfrm>
        <a:off x="5604007" y="1340614"/>
        <a:ext cx="2571725" cy="684843"/>
      </dsp:txXfrm>
    </dsp:sp>
    <dsp:sp modelId="{3694E23F-0D48-4B03-9A46-B7F1942DB1AB}">
      <dsp:nvSpPr>
        <dsp:cNvPr id="0" name=""/>
        <dsp:cNvSpPr/>
      </dsp:nvSpPr>
      <dsp:spPr>
        <a:xfrm>
          <a:off x="8809213" y="0"/>
          <a:ext cx="1044386" cy="1044386"/>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D4C932C-FC14-4DFA-A3B3-EC61F85257BE}">
      <dsp:nvSpPr>
        <dsp:cNvPr id="0" name=""/>
        <dsp:cNvSpPr/>
      </dsp:nvSpPr>
      <dsp:spPr>
        <a:xfrm>
          <a:off x="9024614" y="212090"/>
          <a:ext cx="599238" cy="59923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AECD4D6-6AC1-4ED3-A664-02B7525CDA32}">
      <dsp:nvSpPr>
        <dsp:cNvPr id="0" name=""/>
        <dsp:cNvSpPr/>
      </dsp:nvSpPr>
      <dsp:spPr>
        <a:xfrm>
          <a:off x="8475352" y="1340614"/>
          <a:ext cx="1712109" cy="684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US" sz="1700" kern="1200">
              <a:solidFill>
                <a:schemeClr val="accent2">
                  <a:lumMod val="50000"/>
                </a:schemeClr>
              </a:solidFill>
            </a:rPr>
            <a:t>04 </a:t>
          </a:r>
          <a:r>
            <a:rPr lang="en-US" sz="1700" kern="1200">
              <a:solidFill>
                <a:schemeClr val="accent2">
                  <a:lumMod val="50000"/>
                </a:schemeClr>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Analysis</a:t>
          </a:r>
          <a:endParaRPr lang="en-US" sz="1700" kern="1200">
            <a:solidFill>
              <a:schemeClr val="accent2">
                <a:lumMod val="50000"/>
              </a:schemeClr>
            </a:solidFill>
          </a:endParaRPr>
        </a:p>
      </dsp:txBody>
      <dsp:txXfrm>
        <a:off x="8475352" y="1340614"/>
        <a:ext cx="1712109" cy="684843"/>
      </dsp:txXfrm>
    </dsp:sp>
    <dsp:sp modelId="{FD1ABDB2-EF1B-49BE-8ACE-73DD8EB4D11D}">
      <dsp:nvSpPr>
        <dsp:cNvPr id="0" name=""/>
        <dsp:cNvSpPr/>
      </dsp:nvSpPr>
      <dsp:spPr>
        <a:xfrm>
          <a:off x="2407653" y="2483550"/>
          <a:ext cx="1044386" cy="1044386"/>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DFE5F7-1E2A-4CF7-AB63-4CBA7840E85E}">
      <dsp:nvSpPr>
        <dsp:cNvPr id="0" name=""/>
        <dsp:cNvSpPr/>
      </dsp:nvSpPr>
      <dsp:spPr>
        <a:xfrm>
          <a:off x="2622677" y="2707119"/>
          <a:ext cx="599238" cy="59923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608CBB-1A8E-4C83-812A-89612B2813E7}">
      <dsp:nvSpPr>
        <dsp:cNvPr id="0" name=""/>
        <dsp:cNvSpPr/>
      </dsp:nvSpPr>
      <dsp:spPr>
        <a:xfrm>
          <a:off x="1857544" y="3854229"/>
          <a:ext cx="2070231" cy="684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US" sz="1700" kern="1200">
              <a:solidFill>
                <a:schemeClr val="accent2">
                  <a:lumMod val="50000"/>
                </a:schemeClr>
              </a:solidFill>
            </a:rPr>
            <a:t>05 </a:t>
          </a:r>
          <a:r>
            <a:rPr lang="en-US" sz="1700" kern="1200">
              <a:solidFill>
                <a:schemeClr val="accent2">
                  <a:lumMod val="50000"/>
                </a:schemeClr>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Conclusion</a:t>
          </a:r>
          <a:endParaRPr lang="en-US" sz="1700" kern="1200">
            <a:solidFill>
              <a:schemeClr val="accent2">
                <a:lumMod val="50000"/>
              </a:schemeClr>
            </a:solidFill>
          </a:endParaRPr>
        </a:p>
      </dsp:txBody>
      <dsp:txXfrm>
        <a:off x="1857544" y="3854229"/>
        <a:ext cx="2070231" cy="684843"/>
      </dsp:txXfrm>
    </dsp:sp>
    <dsp:sp modelId="{B5CDE39D-A3A6-4A73-86F9-9BEA7FCEE2C9}">
      <dsp:nvSpPr>
        <dsp:cNvPr id="0" name=""/>
        <dsp:cNvSpPr/>
      </dsp:nvSpPr>
      <dsp:spPr>
        <a:xfrm>
          <a:off x="4777504" y="2483550"/>
          <a:ext cx="1044386" cy="1044386"/>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E56548-5680-48D8-A30E-E35F816A5123}">
      <dsp:nvSpPr>
        <dsp:cNvPr id="0" name=""/>
        <dsp:cNvSpPr/>
      </dsp:nvSpPr>
      <dsp:spPr>
        <a:xfrm>
          <a:off x="4992527" y="2707119"/>
          <a:ext cx="599238" cy="599238"/>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99260E-A8C8-4934-9C8D-75EED1A71F09}">
      <dsp:nvSpPr>
        <dsp:cNvPr id="0" name=""/>
        <dsp:cNvSpPr/>
      </dsp:nvSpPr>
      <dsp:spPr>
        <a:xfrm>
          <a:off x="4227394" y="3854229"/>
          <a:ext cx="2070231" cy="684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US" sz="1700" kern="1200">
              <a:solidFill>
                <a:schemeClr val="accent2">
                  <a:lumMod val="50000"/>
                </a:schemeClr>
              </a:solidFill>
            </a:rPr>
            <a:t>06 </a:t>
          </a:r>
          <a:r>
            <a:rPr lang="en-US" sz="1700" kern="1200">
              <a:solidFill>
                <a:schemeClr val="accent2">
                  <a:lumMod val="50000"/>
                </a:schemeClr>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Bibliography</a:t>
          </a:r>
          <a:endParaRPr lang="en-US" sz="1700" kern="1200">
            <a:solidFill>
              <a:schemeClr val="accent2">
                <a:lumMod val="50000"/>
              </a:schemeClr>
            </a:solidFill>
          </a:endParaRPr>
        </a:p>
      </dsp:txBody>
      <dsp:txXfrm>
        <a:off x="4227394" y="3854229"/>
        <a:ext cx="2070231" cy="684843"/>
      </dsp:txXfrm>
    </dsp:sp>
    <dsp:sp modelId="{61B8C814-DB20-4945-9367-72DE1CA5E45B}">
      <dsp:nvSpPr>
        <dsp:cNvPr id="0" name=""/>
        <dsp:cNvSpPr/>
      </dsp:nvSpPr>
      <dsp:spPr>
        <a:xfrm>
          <a:off x="6968293" y="2453482"/>
          <a:ext cx="1044386" cy="1044386"/>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301AAF-7D88-4129-B6B7-0F0DA39124C3}">
      <dsp:nvSpPr>
        <dsp:cNvPr id="0" name=""/>
        <dsp:cNvSpPr/>
      </dsp:nvSpPr>
      <dsp:spPr>
        <a:xfrm>
          <a:off x="7201072" y="2703529"/>
          <a:ext cx="599238" cy="599238"/>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6E2831F-7427-46E0-A656-FEE281EE44FF}">
      <dsp:nvSpPr>
        <dsp:cNvPr id="0" name=""/>
        <dsp:cNvSpPr/>
      </dsp:nvSpPr>
      <dsp:spPr>
        <a:xfrm>
          <a:off x="6634432" y="3823173"/>
          <a:ext cx="1712109" cy="684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US" sz="1700" u="none" kern="1200">
              <a:solidFill>
                <a:schemeClr val="accent2">
                  <a:lumMod val="50000"/>
                </a:schemeClr>
              </a:solidFill>
            </a:rPr>
            <a:t>07</a:t>
          </a:r>
          <a:r>
            <a:rPr lang="en-US" sz="1700" kern="1200">
              <a:solidFill>
                <a:schemeClr val="accent2">
                  <a:lumMod val="50000"/>
                </a:schemeClr>
              </a:solidFill>
            </a:rPr>
            <a:t> </a:t>
          </a:r>
          <a:r>
            <a:rPr lang="en-US" sz="1700" kern="1200">
              <a:solidFill>
                <a:schemeClr val="accent2">
                  <a:lumMod val="50000"/>
                </a:schemeClr>
              </a:solidFill>
              <a:hlinkClick xmlns:r="http://schemas.openxmlformats.org/officeDocument/2006/relationships" r:id="" action="ppaction://noaction">
                <a:extLst>
                  <a:ext uri="{A12FA001-AC4F-418D-AE19-62706E023703}">
                    <ahyp:hlinkClr xmlns:ahyp="http://schemas.microsoft.com/office/drawing/2018/hyperlinkcolor" val="tx"/>
                  </a:ext>
                </a:extLst>
              </a:hlinkClick>
            </a:rPr>
            <a:t>Team</a:t>
          </a:r>
          <a:endParaRPr lang="en-US" sz="1700" kern="1200">
            <a:solidFill>
              <a:schemeClr val="accent2">
                <a:lumMod val="50000"/>
              </a:schemeClr>
            </a:solidFill>
          </a:endParaRPr>
        </a:p>
      </dsp:txBody>
      <dsp:txXfrm>
        <a:off x="6634432" y="3823173"/>
        <a:ext cx="1712109" cy="684843"/>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56E6020-4209-49A3-9DC4-18264096E7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7797462-F1DD-4E64-BC14-F17A0F34B5A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32FC57-E1F8-4F59-A87C-2833007EAF57}" type="datetimeFigureOut">
              <a:rPr lang="en-US" smtClean="0"/>
              <a:t>3/27/26</a:t>
            </a:fld>
            <a:endParaRPr lang="en-US" dirty="0"/>
          </a:p>
        </p:txBody>
      </p:sp>
      <p:sp>
        <p:nvSpPr>
          <p:cNvPr id="4" name="Footer Placeholder 3">
            <a:extLst>
              <a:ext uri="{FF2B5EF4-FFF2-40B4-BE49-F238E27FC236}">
                <a16:creationId xmlns:a16="http://schemas.microsoft.com/office/drawing/2014/main" id="{8075F0E3-AC70-4B5A-BCEB-9E3C021C86A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48F68B5-925F-4468-95B3-EA77C29C342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8A06BE-7519-4B21-9E1D-AE6D6E69C38F}" type="slidenum">
              <a:rPr lang="en-US" smtClean="0"/>
              <a:t>‹#›</a:t>
            </a:fld>
            <a:endParaRPr lang="en-US" dirty="0"/>
          </a:p>
        </p:txBody>
      </p:sp>
    </p:spTree>
    <p:extLst>
      <p:ext uri="{BB962C8B-B14F-4D97-AF65-F5344CB8AC3E}">
        <p14:creationId xmlns:p14="http://schemas.microsoft.com/office/powerpoint/2010/main" val="21573830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8ACAC0-59EA-4916-9995-398D6BEB88C3}" type="datetimeFigureOut">
              <a:rPr lang="en-US" smtClean="0"/>
              <a:t>3/27/26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9B2C62-FE30-453D-946B-754E9E42C845}" type="slidenum">
              <a:rPr lang="en-US" smtClean="0"/>
              <a:t>‹#›</a:t>
            </a:fld>
            <a:endParaRPr lang="en-US" dirty="0"/>
          </a:p>
        </p:txBody>
      </p:sp>
    </p:spTree>
    <p:extLst>
      <p:ext uri="{BB962C8B-B14F-4D97-AF65-F5344CB8AC3E}">
        <p14:creationId xmlns:p14="http://schemas.microsoft.com/office/powerpoint/2010/main" val="2922326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spacing + Page numbers</a:t>
            </a:r>
          </a:p>
        </p:txBody>
      </p:sp>
      <p:sp>
        <p:nvSpPr>
          <p:cNvPr id="4" name="Slide Number Placeholder 3"/>
          <p:cNvSpPr>
            <a:spLocks noGrp="1"/>
          </p:cNvSpPr>
          <p:nvPr>
            <p:ph type="sldNum" sz="quarter" idx="5"/>
          </p:nvPr>
        </p:nvSpPr>
        <p:spPr/>
        <p:txBody>
          <a:bodyPr/>
          <a:lstStyle/>
          <a:p>
            <a:fld id="{5A9B2C62-FE30-453D-946B-754E9E42C845}" type="slidenum">
              <a:rPr lang="en-US" smtClean="0"/>
              <a:t>1</a:t>
            </a:fld>
            <a:endParaRPr lang="en-US" dirty="0"/>
          </a:p>
        </p:txBody>
      </p:sp>
    </p:spTree>
    <p:extLst>
      <p:ext uri="{BB962C8B-B14F-4D97-AF65-F5344CB8AC3E}">
        <p14:creationId xmlns:p14="http://schemas.microsoft.com/office/powerpoint/2010/main" val="17773754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A9B2C62-FE30-453D-946B-754E9E42C845}" type="slidenum">
              <a:rPr lang="en-US" smtClean="0"/>
              <a:t>7</a:t>
            </a:fld>
            <a:endParaRPr lang="en-US" dirty="0"/>
          </a:p>
        </p:txBody>
      </p:sp>
    </p:spTree>
    <p:extLst>
      <p:ext uri="{BB962C8B-B14F-4D97-AF65-F5344CB8AC3E}">
        <p14:creationId xmlns:p14="http://schemas.microsoft.com/office/powerpoint/2010/main" val="10522867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2"/>
        </a:solidFill>
        <a:effectLst/>
      </p:bgPr>
    </p:bg>
    <p:spTree>
      <p:nvGrpSpPr>
        <p:cNvPr id="1" name=""/>
        <p:cNvGrpSpPr/>
        <p:nvPr/>
      </p:nvGrpSpPr>
      <p:grpSpPr>
        <a:xfrm>
          <a:off x="0" y="0"/>
          <a:ext cx="0" cy="0"/>
          <a:chOff x="0" y="0"/>
          <a:chExt cx="0" cy="0"/>
        </a:xfrm>
      </p:grpSpPr>
      <p:sp>
        <p:nvSpPr>
          <p:cNvPr id="12" name="Text Placeholder 21">
            <a:extLst>
              <a:ext uri="{FF2B5EF4-FFF2-40B4-BE49-F238E27FC236}">
                <a16:creationId xmlns:a16="http://schemas.microsoft.com/office/drawing/2014/main" id="{F2964EA8-200F-47C5-90C2-1DBA3D6D7CDB}"/>
              </a:ext>
            </a:extLst>
          </p:cNvPr>
          <p:cNvSpPr>
            <a:spLocks noGrp="1"/>
          </p:cNvSpPr>
          <p:nvPr>
            <p:ph type="body" sz="quarter" idx="12"/>
          </p:nvPr>
        </p:nvSpPr>
        <p:spPr>
          <a:xfrm>
            <a:off x="1028700" y="5078187"/>
            <a:ext cx="3222058" cy="964620"/>
          </a:xfrm>
        </p:spPr>
        <p:txBody>
          <a:bodyPr>
            <a:noAutofit/>
          </a:bodyPr>
          <a:lstStyle>
            <a:lvl1pPr marL="0" indent="0">
              <a:buNone/>
              <a:defRPr sz="1400">
                <a:solidFill>
                  <a:schemeClr val="accent2">
                    <a:lumMod val="50000"/>
                  </a:schemeClr>
                </a:solidFill>
              </a:defRPr>
            </a:lvl1pPr>
            <a:lvl2pPr marL="457200" indent="0">
              <a:buNone/>
              <a:defRPr sz="1400">
                <a:solidFill>
                  <a:schemeClr val="bg2">
                    <a:lumMod val="50000"/>
                  </a:schemeClr>
                </a:solidFill>
              </a:defRPr>
            </a:lvl2pPr>
            <a:lvl3pPr marL="914400" indent="0">
              <a:buNone/>
              <a:defRPr sz="1400">
                <a:solidFill>
                  <a:schemeClr val="bg2">
                    <a:lumMod val="50000"/>
                  </a:schemeClr>
                </a:solidFill>
              </a:defRPr>
            </a:lvl3pPr>
            <a:lvl4pPr marL="1371600" indent="0">
              <a:buNone/>
              <a:defRPr sz="1400">
                <a:solidFill>
                  <a:schemeClr val="bg2">
                    <a:lumMod val="50000"/>
                  </a:schemeClr>
                </a:solidFill>
              </a:defRPr>
            </a:lvl4pPr>
            <a:lvl5pPr marL="1828800" indent="0">
              <a:buNone/>
              <a:defRPr sz="1400">
                <a:solidFill>
                  <a:schemeClr val="bg2">
                    <a:lumMod val="50000"/>
                  </a:schemeClr>
                </a:solidFill>
              </a:defRPr>
            </a:lvl5pPr>
          </a:lstStyle>
          <a:p>
            <a:pPr lvl="0"/>
            <a:r>
              <a:rPr lang="en-US"/>
              <a:t>Click to edit Master text styles</a:t>
            </a:r>
          </a:p>
        </p:txBody>
      </p:sp>
      <p:sp>
        <p:nvSpPr>
          <p:cNvPr id="13" name="Picture Placeholder 19">
            <a:extLst>
              <a:ext uri="{FF2B5EF4-FFF2-40B4-BE49-F238E27FC236}">
                <a16:creationId xmlns:a16="http://schemas.microsoft.com/office/drawing/2014/main" id="{7878E298-5074-4E51-993E-34931A897F12}"/>
              </a:ext>
            </a:extLst>
          </p:cNvPr>
          <p:cNvSpPr>
            <a:spLocks noGrp="1"/>
          </p:cNvSpPr>
          <p:nvPr>
            <p:ph type="pic" sz="quarter" idx="11"/>
          </p:nvPr>
        </p:nvSpPr>
        <p:spPr>
          <a:xfrm>
            <a:off x="6221413" y="0"/>
            <a:ext cx="4941887" cy="5726113"/>
          </a:xfrm>
        </p:spPr>
        <p:txBody>
          <a:bodyPr/>
          <a:lstStyle/>
          <a:p>
            <a:r>
              <a:rPr lang="en-US" dirty="0"/>
              <a:t>Click icon to add picture</a:t>
            </a:r>
          </a:p>
        </p:txBody>
      </p:sp>
      <p:cxnSp>
        <p:nvCxnSpPr>
          <p:cNvPr id="15" name="Straight Connector 14">
            <a:extLst>
              <a:ext uri="{FF2B5EF4-FFF2-40B4-BE49-F238E27FC236}">
                <a16:creationId xmlns:a16="http://schemas.microsoft.com/office/drawing/2014/main" id="{42D26D0E-18C6-4DB1-B3A5-75E29BD65B17}"/>
              </a:ext>
            </a:extLst>
          </p:cNvPr>
          <p:cNvCxnSpPr>
            <a:cxnSpLocks/>
          </p:cNvCxnSpPr>
          <p:nvPr userDrawn="1"/>
        </p:nvCxnSpPr>
        <p:spPr>
          <a:xfrm>
            <a:off x="1028700" y="457211"/>
            <a:ext cx="1142999" cy="0"/>
          </a:xfrm>
          <a:prstGeom prst="line">
            <a:avLst/>
          </a:prstGeom>
          <a:noFill/>
          <a:ln w="15875" cap="flat" cmpd="sng" algn="ctr">
            <a:solidFill>
              <a:schemeClr val="accent2">
                <a:lumMod val="50000"/>
              </a:schemeClr>
            </a:solidFill>
            <a:prstDash val="solid"/>
            <a:miter lim="800000"/>
          </a:ln>
          <a:effectLst/>
        </p:spPr>
      </p:cxnSp>
      <p:sp>
        <p:nvSpPr>
          <p:cNvPr id="2" name="Title 1">
            <a:extLst>
              <a:ext uri="{FF2B5EF4-FFF2-40B4-BE49-F238E27FC236}">
                <a16:creationId xmlns:a16="http://schemas.microsoft.com/office/drawing/2014/main" id="{3989B90B-5C3C-4760-9360-5AE10BF87B9D}"/>
              </a:ext>
            </a:extLst>
          </p:cNvPr>
          <p:cNvSpPr>
            <a:spLocks noGrp="1"/>
          </p:cNvSpPr>
          <p:nvPr>
            <p:ph type="title"/>
          </p:nvPr>
        </p:nvSpPr>
        <p:spPr>
          <a:xfrm>
            <a:off x="914513" y="876299"/>
            <a:ext cx="5181486" cy="2242441"/>
          </a:xfrm>
        </p:spPr>
        <p:txBody>
          <a:bodyPr vert="horz" lIns="91440" tIns="45720" rIns="91440" bIns="45720" rtlCol="0" anchor="t">
            <a:normAutofit/>
          </a:bodyPr>
          <a:lstStyle>
            <a:lvl1pPr>
              <a:lnSpc>
                <a:spcPct val="90000"/>
              </a:lnSpc>
              <a:defRPr lang="en-US" sz="7200">
                <a:solidFill>
                  <a:schemeClr val="accent2">
                    <a:lumMod val="50000"/>
                  </a:schemeClr>
                </a:solidFill>
                <a:ea typeface="+mn-ea"/>
                <a:cs typeface="+mn-cs"/>
              </a:defRPr>
            </a:lvl1pPr>
          </a:lstStyle>
          <a:p>
            <a:pPr marL="0" lvl="0" indent="0">
              <a:lnSpc>
                <a:spcPts val="6500"/>
              </a:lnSpc>
              <a:spcBef>
                <a:spcPts val="1000"/>
              </a:spcBef>
              <a:buFont typeface="Arial" panose="020B0604020202020204" pitchFamily="34" charset="0"/>
            </a:pPr>
            <a:r>
              <a:rPr lang="en-US"/>
              <a:t>Click to edit Master title style</a:t>
            </a:r>
            <a:endParaRPr lang="en-US" dirty="0"/>
          </a:p>
        </p:txBody>
      </p:sp>
    </p:spTree>
    <p:extLst>
      <p:ext uri="{BB962C8B-B14F-4D97-AF65-F5344CB8AC3E}">
        <p14:creationId xmlns:p14="http://schemas.microsoft.com/office/powerpoint/2010/main" val="291649857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661D25CF-5413-4949-A54A-8716608406B5}"/>
              </a:ext>
            </a:extLst>
          </p:cNvPr>
          <p:cNvSpPr>
            <a:spLocks noGrp="1"/>
          </p:cNvSpPr>
          <p:nvPr>
            <p:ph type="body" sz="quarter" idx="11"/>
          </p:nvPr>
        </p:nvSpPr>
        <p:spPr>
          <a:xfrm>
            <a:off x="7258050" y="2000250"/>
            <a:ext cx="4667250" cy="3398837"/>
          </a:xfrm>
        </p:spPr>
        <p:txBody>
          <a:bodyPr>
            <a:normAutofit/>
          </a:bodyPr>
          <a:lstStyle>
            <a:lvl1pPr marL="0" indent="0">
              <a:lnSpc>
                <a:spcPct val="150000"/>
              </a:lnSpc>
              <a:buNone/>
              <a:defRPr sz="2000">
                <a:solidFill>
                  <a:schemeClr val="accent2">
                    <a:lumMod val="50000"/>
                  </a:schemeClr>
                </a:solidFill>
              </a:defRPr>
            </a:lvl1pPr>
          </a:lstStyle>
          <a:p>
            <a:pPr lvl="0"/>
            <a:r>
              <a:rPr lang="en-US"/>
              <a:t>Click to edit Master text styles</a:t>
            </a:r>
          </a:p>
        </p:txBody>
      </p:sp>
      <p:sp>
        <p:nvSpPr>
          <p:cNvPr id="35" name="Date Placeholder 3">
            <a:extLst>
              <a:ext uri="{FF2B5EF4-FFF2-40B4-BE49-F238E27FC236}">
                <a16:creationId xmlns:a16="http://schemas.microsoft.com/office/drawing/2014/main" id="{224E3A4F-8479-4D38-A6D4-85F0883F379F}"/>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09D4DA8-2D4A-4F06-BECA-044AF4113FB4}" type="datetime1">
              <a:rPr lang="en-US" smtClean="0"/>
              <a:t>3/27/26</a:t>
            </a:fld>
            <a:endParaRPr lang="en-US" dirty="0"/>
          </a:p>
        </p:txBody>
      </p:sp>
      <p:sp>
        <p:nvSpPr>
          <p:cNvPr id="36" name="Slide Number Placeholder 5">
            <a:extLst>
              <a:ext uri="{FF2B5EF4-FFF2-40B4-BE49-F238E27FC236}">
                <a16:creationId xmlns:a16="http://schemas.microsoft.com/office/drawing/2014/main" id="{D5A5341A-4863-40E8-8B9A-FB4E719257AE}"/>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2" name="Title 1">
            <a:extLst>
              <a:ext uri="{FF2B5EF4-FFF2-40B4-BE49-F238E27FC236}">
                <a16:creationId xmlns:a16="http://schemas.microsoft.com/office/drawing/2014/main" id="{6AD2FED0-CD95-48B0-B54A-1F64F952C6C0}"/>
              </a:ext>
            </a:extLst>
          </p:cNvPr>
          <p:cNvSpPr>
            <a:spLocks noGrp="1"/>
          </p:cNvSpPr>
          <p:nvPr>
            <p:ph type="title"/>
          </p:nvPr>
        </p:nvSpPr>
        <p:spPr>
          <a:xfrm>
            <a:off x="914513" y="876299"/>
            <a:ext cx="5181486" cy="2242441"/>
          </a:xfrm>
        </p:spPr>
        <p:txBody>
          <a:bodyPr vert="horz" lIns="91440" tIns="45720" rIns="91440" bIns="45720" rtlCol="0" anchor="t">
            <a:normAutofit/>
          </a:bodyPr>
          <a:lstStyle>
            <a:lvl1pPr>
              <a:defRPr lang="en-US" sz="7200">
                <a:solidFill>
                  <a:schemeClr val="accent2">
                    <a:lumMod val="50000"/>
                  </a:schemeClr>
                </a:solidFill>
                <a:ea typeface="+mn-ea"/>
                <a:cs typeface="+mn-cs"/>
              </a:defRPr>
            </a:lvl1pPr>
          </a:lstStyle>
          <a:p>
            <a:pPr marL="0" lvl="0" indent="0">
              <a:lnSpc>
                <a:spcPts val="6500"/>
              </a:lnSpc>
              <a:spcBef>
                <a:spcPts val="1000"/>
              </a:spcBef>
              <a:buFont typeface="Arial" panose="020B0604020202020204" pitchFamily="34" charset="0"/>
            </a:pPr>
            <a:r>
              <a:rPr lang="en-US"/>
              <a:t>Click to edit Master title style</a:t>
            </a:r>
          </a:p>
        </p:txBody>
      </p:sp>
      <p:cxnSp>
        <p:nvCxnSpPr>
          <p:cNvPr id="3" name="Straight Connector 2">
            <a:extLst>
              <a:ext uri="{FF2B5EF4-FFF2-40B4-BE49-F238E27FC236}">
                <a16:creationId xmlns:a16="http://schemas.microsoft.com/office/drawing/2014/main" id="{68EF5E91-A275-4181-9C62-BC0773AD0512}"/>
              </a:ext>
            </a:extLst>
          </p:cNvPr>
          <p:cNvCxnSpPr>
            <a:cxnSpLocks/>
          </p:cNvCxnSpPr>
          <p:nvPr userDrawn="1"/>
        </p:nvCxnSpPr>
        <p:spPr>
          <a:xfrm>
            <a:off x="1028700" y="457211"/>
            <a:ext cx="1142999" cy="0"/>
          </a:xfrm>
          <a:prstGeom prst="line">
            <a:avLst/>
          </a:prstGeom>
          <a:ln w="158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227127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bg>
      <p:bgPr>
        <a:solidFill>
          <a:schemeClr val="accent1"/>
        </a:solidFill>
        <a:effectLst/>
      </p:bgPr>
    </p:bg>
    <p:spTree>
      <p:nvGrpSpPr>
        <p:cNvPr id="1" name=""/>
        <p:cNvGrpSpPr/>
        <p:nvPr/>
      </p:nvGrpSpPr>
      <p:grpSpPr>
        <a:xfrm>
          <a:off x="0" y="0"/>
          <a:ext cx="0" cy="0"/>
          <a:chOff x="0" y="0"/>
          <a:chExt cx="0" cy="0"/>
        </a:xfrm>
      </p:grpSpPr>
      <p:sp>
        <p:nvSpPr>
          <p:cNvPr id="17" name="Picture Placeholder 15">
            <a:extLst>
              <a:ext uri="{FF2B5EF4-FFF2-40B4-BE49-F238E27FC236}">
                <a16:creationId xmlns:a16="http://schemas.microsoft.com/office/drawing/2014/main" id="{423630CA-0A51-4B04-A57B-9E412A8FCD1F}"/>
              </a:ext>
            </a:extLst>
          </p:cNvPr>
          <p:cNvSpPr>
            <a:spLocks noGrp="1"/>
          </p:cNvSpPr>
          <p:nvPr>
            <p:ph type="pic" sz="quarter" idx="12"/>
          </p:nvPr>
        </p:nvSpPr>
        <p:spPr>
          <a:xfrm>
            <a:off x="8847137" y="3862387"/>
            <a:ext cx="2316163" cy="2538413"/>
          </a:xfrm>
        </p:spPr>
        <p:txBody>
          <a:bodyPr/>
          <a:lstStyle/>
          <a:p>
            <a:r>
              <a:rPr lang="en-US" dirty="0"/>
              <a:t>Click icon to add picture</a:t>
            </a:r>
          </a:p>
        </p:txBody>
      </p:sp>
      <p:sp>
        <p:nvSpPr>
          <p:cNvPr id="16" name="Picture Placeholder 15">
            <a:extLst>
              <a:ext uri="{FF2B5EF4-FFF2-40B4-BE49-F238E27FC236}">
                <a16:creationId xmlns:a16="http://schemas.microsoft.com/office/drawing/2014/main" id="{3C994AE8-9E30-418E-8361-5D851AFA42C5}"/>
              </a:ext>
            </a:extLst>
          </p:cNvPr>
          <p:cNvSpPr>
            <a:spLocks noGrp="1"/>
          </p:cNvSpPr>
          <p:nvPr>
            <p:ph type="pic" sz="quarter" idx="11"/>
          </p:nvPr>
        </p:nvSpPr>
        <p:spPr>
          <a:xfrm>
            <a:off x="6210300" y="3854450"/>
            <a:ext cx="2316163" cy="2538413"/>
          </a:xfrm>
        </p:spPr>
        <p:txBody>
          <a:bodyPr/>
          <a:lstStyle/>
          <a:p>
            <a:r>
              <a:rPr lang="en-US" dirty="0"/>
              <a:t>Click icon to add picture</a:t>
            </a:r>
          </a:p>
        </p:txBody>
      </p:sp>
      <p:sp>
        <p:nvSpPr>
          <p:cNvPr id="14" name="Picture Placeholder 13">
            <a:extLst>
              <a:ext uri="{FF2B5EF4-FFF2-40B4-BE49-F238E27FC236}">
                <a16:creationId xmlns:a16="http://schemas.microsoft.com/office/drawing/2014/main" id="{3D4E5783-2917-458E-BE61-F3D5AAA8F976}"/>
              </a:ext>
            </a:extLst>
          </p:cNvPr>
          <p:cNvSpPr>
            <a:spLocks noGrp="1"/>
          </p:cNvSpPr>
          <p:nvPr>
            <p:ph type="pic" sz="quarter" idx="10"/>
          </p:nvPr>
        </p:nvSpPr>
        <p:spPr>
          <a:xfrm>
            <a:off x="6210300" y="465138"/>
            <a:ext cx="4953000" cy="3090862"/>
          </a:xfrm>
        </p:spPr>
        <p:txBody>
          <a:bodyPr/>
          <a:lstStyle/>
          <a:p>
            <a:r>
              <a:rPr lang="en-US" dirty="0"/>
              <a:t>Click icon to add picture</a:t>
            </a:r>
          </a:p>
        </p:txBody>
      </p:sp>
      <p:sp>
        <p:nvSpPr>
          <p:cNvPr id="23" name="Text Placeholder 22">
            <a:extLst>
              <a:ext uri="{FF2B5EF4-FFF2-40B4-BE49-F238E27FC236}">
                <a16:creationId xmlns:a16="http://schemas.microsoft.com/office/drawing/2014/main" id="{B1D734B5-5F1C-4E34-81FF-AD75105E8391}"/>
              </a:ext>
            </a:extLst>
          </p:cNvPr>
          <p:cNvSpPr>
            <a:spLocks noGrp="1"/>
          </p:cNvSpPr>
          <p:nvPr>
            <p:ph type="body" sz="quarter" idx="15" hasCustomPrompt="1"/>
          </p:nvPr>
        </p:nvSpPr>
        <p:spPr>
          <a:xfrm>
            <a:off x="761917" y="517972"/>
            <a:ext cx="2956560" cy="1333500"/>
          </a:xfrm>
        </p:spPr>
        <p:txBody>
          <a:bodyPr>
            <a:noAutofit/>
          </a:bodyPr>
          <a:lstStyle>
            <a:lvl1pPr marL="0" indent="0">
              <a:lnSpc>
                <a:spcPct val="90000"/>
              </a:lnSpc>
              <a:buNone/>
              <a:defRPr sz="8800" b="1">
                <a:solidFill>
                  <a:schemeClr val="bg1"/>
                </a:solidFill>
                <a:latin typeface="+mj-lt"/>
              </a:defRPr>
            </a:lvl1pPr>
          </a:lstStyle>
          <a:p>
            <a:pPr lvl="0"/>
            <a:r>
              <a:rPr lang="en-US" dirty="0"/>
              <a:t>01</a:t>
            </a:r>
          </a:p>
        </p:txBody>
      </p:sp>
      <p:sp>
        <p:nvSpPr>
          <p:cNvPr id="19" name="Text Placeholder 18">
            <a:extLst>
              <a:ext uri="{FF2B5EF4-FFF2-40B4-BE49-F238E27FC236}">
                <a16:creationId xmlns:a16="http://schemas.microsoft.com/office/drawing/2014/main" id="{65757DE8-43D6-4A47-ABC9-B39EC8016CB2}"/>
              </a:ext>
            </a:extLst>
          </p:cNvPr>
          <p:cNvSpPr>
            <a:spLocks noGrp="1"/>
          </p:cNvSpPr>
          <p:nvPr>
            <p:ph type="body" sz="quarter" idx="13"/>
          </p:nvPr>
        </p:nvSpPr>
        <p:spPr>
          <a:xfrm>
            <a:off x="1040130" y="2009775"/>
            <a:ext cx="3924300" cy="4391025"/>
          </a:xfrm>
        </p:spPr>
        <p:txBody>
          <a:bodyPr>
            <a:normAutofit/>
          </a:bodyPr>
          <a:lstStyle>
            <a:lvl1pPr marL="0" indent="0">
              <a:lnSpc>
                <a:spcPct val="150000"/>
              </a:lnSpc>
              <a:buNone/>
              <a:defRPr sz="1600">
                <a:solidFill>
                  <a:schemeClr val="accent2">
                    <a:lumMod val="50000"/>
                  </a:schemeClr>
                </a:solidFill>
              </a:defRPr>
            </a:lvl1pPr>
            <a:lvl2pPr marL="457200" indent="0">
              <a:buNone/>
              <a:defRPr sz="2000">
                <a:solidFill>
                  <a:schemeClr val="tx2">
                    <a:lumMod val="50000"/>
                  </a:schemeClr>
                </a:solidFill>
              </a:defRPr>
            </a:lvl2pPr>
            <a:lvl3pPr marL="914400" indent="0">
              <a:buNone/>
              <a:defRPr sz="1800">
                <a:solidFill>
                  <a:schemeClr val="tx2">
                    <a:lumMod val="50000"/>
                  </a:schemeClr>
                </a:solidFill>
              </a:defRPr>
            </a:lvl3pPr>
            <a:lvl4pPr marL="1371600" indent="0">
              <a:buNone/>
              <a:defRPr sz="1600">
                <a:solidFill>
                  <a:schemeClr val="tx2">
                    <a:lumMod val="50000"/>
                  </a:schemeClr>
                </a:solidFill>
              </a:defRPr>
            </a:lvl4pPr>
            <a:lvl5pPr marL="1828800" indent="0">
              <a:buNone/>
              <a:defRPr sz="1600">
                <a:solidFill>
                  <a:schemeClr val="tx2">
                    <a:lumMod val="50000"/>
                  </a:schemeClr>
                </a:solidFill>
              </a:defRPr>
            </a:lvl5pPr>
          </a:lstStyle>
          <a:p>
            <a:pPr lvl="0"/>
            <a:r>
              <a:rPr lang="en-US"/>
              <a:t>Click to edit Master text styles</a:t>
            </a:r>
          </a:p>
        </p:txBody>
      </p:sp>
      <p:sp>
        <p:nvSpPr>
          <p:cNvPr id="30" name="Date Placeholder 3">
            <a:extLst>
              <a:ext uri="{FF2B5EF4-FFF2-40B4-BE49-F238E27FC236}">
                <a16:creationId xmlns:a16="http://schemas.microsoft.com/office/drawing/2014/main" id="{984C97B0-0D42-4831-9ABD-390370C0F0B6}"/>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7C81873-7D47-483D-BCB4-50DD9806C720}" type="datetime1">
              <a:rPr lang="en-US" smtClean="0"/>
              <a:t>3/27/26</a:t>
            </a:fld>
            <a:endParaRPr lang="en-US" dirty="0"/>
          </a:p>
        </p:txBody>
      </p:sp>
      <p:sp>
        <p:nvSpPr>
          <p:cNvPr id="31" name="Slide Number Placeholder 5">
            <a:extLst>
              <a:ext uri="{FF2B5EF4-FFF2-40B4-BE49-F238E27FC236}">
                <a16:creationId xmlns:a16="http://schemas.microsoft.com/office/drawing/2014/main" id="{CE8438DF-723C-49AB-AD18-1C40F107F5BC}"/>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2" name="Title 1">
            <a:extLst>
              <a:ext uri="{FF2B5EF4-FFF2-40B4-BE49-F238E27FC236}">
                <a16:creationId xmlns:a16="http://schemas.microsoft.com/office/drawing/2014/main" id="{6032FDE8-62A6-4290-88E6-2795313DE27E}"/>
              </a:ext>
            </a:extLst>
          </p:cNvPr>
          <p:cNvSpPr>
            <a:spLocks noGrp="1"/>
          </p:cNvSpPr>
          <p:nvPr>
            <p:ph type="title" hasCustomPrompt="1"/>
          </p:nvPr>
        </p:nvSpPr>
        <p:spPr>
          <a:xfrm>
            <a:off x="1028700" y="465137"/>
            <a:ext cx="3935647" cy="1340615"/>
          </a:xfrm>
        </p:spPr>
        <p:txBody>
          <a:bodyPr vert="horz" lIns="91440" tIns="45720" rIns="91440" bIns="45720" rtlCol="0" anchor="ctr">
            <a:noAutofit/>
          </a:bodyPr>
          <a:lstStyle>
            <a:lvl1pPr>
              <a:defRPr lang="en-US">
                <a:solidFill>
                  <a:schemeClr val="accent2">
                    <a:lumMod val="50000"/>
                  </a:schemeClr>
                </a:solidFill>
                <a:latin typeface="+mn-lt"/>
                <a:ea typeface="+mn-ea"/>
                <a:cs typeface="+mn-cs"/>
              </a:defRPr>
            </a:lvl1pPr>
          </a:lstStyle>
          <a:p>
            <a:pPr marL="0" lvl="0" indent="0">
              <a:spcBef>
                <a:spcPts val="1000"/>
              </a:spcBef>
              <a:buFont typeface="Arial" panose="020B0604020202020204" pitchFamily="34" charset="0"/>
            </a:pPr>
            <a:r>
              <a:rPr lang="en-US" dirty="0"/>
              <a:t>Title</a:t>
            </a:r>
          </a:p>
        </p:txBody>
      </p:sp>
    </p:spTree>
    <p:extLst>
      <p:ext uri="{BB962C8B-B14F-4D97-AF65-F5344CB8AC3E}">
        <p14:creationId xmlns:p14="http://schemas.microsoft.com/office/powerpoint/2010/main" val="2802635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BC85317C-3A2D-483F-B913-714129E195A2}"/>
              </a:ext>
            </a:extLst>
          </p:cNvPr>
          <p:cNvSpPr>
            <a:spLocks noGrp="1"/>
          </p:cNvSpPr>
          <p:nvPr>
            <p:ph type="body" sz="quarter" idx="13" hasCustomPrompt="1"/>
          </p:nvPr>
        </p:nvSpPr>
        <p:spPr>
          <a:xfrm>
            <a:off x="2773045" y="2426610"/>
            <a:ext cx="2378075" cy="1111250"/>
          </a:xfrm>
        </p:spPr>
        <p:txBody>
          <a:bodyPr>
            <a:noAutofit/>
          </a:bodyPr>
          <a:lstStyle>
            <a:lvl1pPr marL="0" indent="0">
              <a:lnSpc>
                <a:spcPct val="90000"/>
              </a:lnSpc>
              <a:buNone/>
              <a:defRPr sz="8800">
                <a:solidFill>
                  <a:schemeClr val="bg1"/>
                </a:solidFill>
              </a:defRPr>
            </a:lvl1pPr>
          </a:lstStyle>
          <a:p>
            <a:pPr lvl="0"/>
            <a:r>
              <a:rPr lang="en-US" dirty="0"/>
              <a:t>02</a:t>
            </a:r>
          </a:p>
        </p:txBody>
      </p:sp>
      <p:sp>
        <p:nvSpPr>
          <p:cNvPr id="2" name="Title 1">
            <a:extLst>
              <a:ext uri="{FF2B5EF4-FFF2-40B4-BE49-F238E27FC236}">
                <a16:creationId xmlns:a16="http://schemas.microsoft.com/office/drawing/2014/main" id="{C45DFEC7-1EEC-4FF2-868A-9799EA69FE87}"/>
              </a:ext>
            </a:extLst>
          </p:cNvPr>
          <p:cNvSpPr>
            <a:spLocks noGrp="1"/>
          </p:cNvSpPr>
          <p:nvPr>
            <p:ph type="title"/>
          </p:nvPr>
        </p:nvSpPr>
        <p:spPr>
          <a:xfrm>
            <a:off x="3037155" y="2714986"/>
            <a:ext cx="6674802" cy="655320"/>
          </a:xfrm>
        </p:spPr>
        <p:txBody>
          <a:bodyPr vert="horz" lIns="91440" tIns="45720" rIns="91440" bIns="45720" rtlCol="0">
            <a:normAutofit/>
          </a:bodyPr>
          <a:lstStyle>
            <a:lvl1pPr>
              <a:defRPr lang="en-US">
                <a:solidFill>
                  <a:schemeClr val="accent2">
                    <a:lumMod val="50000"/>
                  </a:schemeClr>
                </a:solidFill>
                <a:ea typeface="+mn-ea"/>
                <a:cs typeface="+mn-cs"/>
              </a:defRPr>
            </a:lvl1pPr>
          </a:lstStyle>
          <a:p>
            <a:pPr marL="0" lvl="0" indent="0">
              <a:spcBef>
                <a:spcPts val="1000"/>
              </a:spcBef>
              <a:buFont typeface="Arial" panose="020B0604020202020204" pitchFamily="34" charset="0"/>
            </a:pPr>
            <a:r>
              <a:rPr lang="en-US"/>
              <a:t>Click to edit Master title style</a:t>
            </a:r>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and Graph">
    <p:bg>
      <p:bgPr>
        <a:solidFill>
          <a:schemeClr val="bg2"/>
        </a:solid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6E394D08-059F-42CF-AB8C-ED21F3BFB18A}"/>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0EA6C54-2562-43EA-9A1B-F808D04718E7}" type="datetime1">
              <a:rPr lang="en-US" smtClean="0"/>
              <a:t>3/27/26</a:t>
            </a:fld>
            <a:endParaRPr lang="en-US" dirty="0"/>
          </a:p>
        </p:txBody>
      </p:sp>
      <p:sp>
        <p:nvSpPr>
          <p:cNvPr id="15" name="Slide Number Placeholder 5">
            <a:extLst>
              <a:ext uri="{FF2B5EF4-FFF2-40B4-BE49-F238E27FC236}">
                <a16:creationId xmlns:a16="http://schemas.microsoft.com/office/drawing/2014/main" id="{BDF7B388-741A-4181-9A9E-D8FA8EC49D29}"/>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62460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1"/>
        </a:solid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6E394D08-059F-42CF-AB8C-ED21F3BFB18A}"/>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0EA6C54-2562-43EA-9A1B-F808D04718E7}" type="datetime1">
              <a:rPr lang="en-US" smtClean="0"/>
              <a:t>3/27/26</a:t>
            </a:fld>
            <a:endParaRPr lang="en-US" dirty="0"/>
          </a:p>
        </p:txBody>
      </p:sp>
      <p:sp>
        <p:nvSpPr>
          <p:cNvPr id="15" name="Slide Number Placeholder 5">
            <a:extLst>
              <a:ext uri="{FF2B5EF4-FFF2-40B4-BE49-F238E27FC236}">
                <a16:creationId xmlns:a16="http://schemas.microsoft.com/office/drawing/2014/main" id="{BDF7B388-741A-4181-9A9E-D8FA8EC49D29}"/>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7" name="Picture Placeholder 6">
            <a:extLst>
              <a:ext uri="{FF2B5EF4-FFF2-40B4-BE49-F238E27FC236}">
                <a16:creationId xmlns:a16="http://schemas.microsoft.com/office/drawing/2014/main" id="{2364FFEF-B933-46C6-A918-A80C987DB70F}"/>
              </a:ext>
            </a:extLst>
          </p:cNvPr>
          <p:cNvSpPr>
            <a:spLocks noGrp="1"/>
          </p:cNvSpPr>
          <p:nvPr>
            <p:ph type="pic" sz="quarter" idx="10"/>
          </p:nvPr>
        </p:nvSpPr>
        <p:spPr>
          <a:xfrm>
            <a:off x="1022147" y="0"/>
            <a:ext cx="3938588" cy="6400800"/>
          </a:xfrm>
        </p:spPr>
        <p:txBody>
          <a:bodyPr/>
          <a:lstStyle/>
          <a:p>
            <a:r>
              <a:rPr lang="en-US" dirty="0"/>
              <a:t>Click icon to add picture</a:t>
            </a:r>
          </a:p>
        </p:txBody>
      </p:sp>
      <p:pic>
        <p:nvPicPr>
          <p:cNvPr id="4" name="Picture 3" hidden="1">
            <a:extLst>
              <a:ext uri="{FF2B5EF4-FFF2-40B4-BE49-F238E27FC236}">
                <a16:creationId xmlns:a16="http://schemas.microsoft.com/office/drawing/2014/main" id="{59E5EAF8-68C2-4910-8F66-D9320B9574C2}"/>
              </a:ext>
            </a:extLst>
          </p:cNvPr>
          <p:cNvPicPr>
            <a:picLocks noChangeAspect="1"/>
          </p:cNvPicPr>
          <p:nvPr userDrawn="1"/>
        </p:nvPicPr>
        <p:blipFill>
          <a:blip r:embed="rId2"/>
          <a:stretch>
            <a:fillRect/>
          </a:stretch>
        </p:blipFill>
        <p:spPr>
          <a:xfrm>
            <a:off x="5947967" y="2105933"/>
            <a:ext cx="5297883" cy="1024217"/>
          </a:xfrm>
          <a:prstGeom prst="rect">
            <a:avLst/>
          </a:prstGeom>
        </p:spPr>
      </p:pic>
      <p:sp>
        <p:nvSpPr>
          <p:cNvPr id="5" name="Title 4">
            <a:extLst>
              <a:ext uri="{FF2B5EF4-FFF2-40B4-BE49-F238E27FC236}">
                <a16:creationId xmlns:a16="http://schemas.microsoft.com/office/drawing/2014/main" id="{E3BE48E1-D3BE-4B52-B2EC-13A514CB0530}"/>
              </a:ext>
            </a:extLst>
          </p:cNvPr>
          <p:cNvSpPr>
            <a:spLocks noGrp="1"/>
          </p:cNvSpPr>
          <p:nvPr>
            <p:ph type="title"/>
          </p:nvPr>
        </p:nvSpPr>
        <p:spPr>
          <a:xfrm>
            <a:off x="5947966" y="2105933"/>
            <a:ext cx="5297883" cy="2237467"/>
          </a:xfrm>
        </p:spPr>
        <p:txBody>
          <a:bodyPr anchor="t">
            <a:normAutofit/>
          </a:bodyPr>
          <a:lstStyle>
            <a:lvl1pPr>
              <a:lnSpc>
                <a:spcPct val="150000"/>
              </a:lnSpc>
              <a:spcBef>
                <a:spcPts val="1000"/>
              </a:spcBef>
              <a:defRPr sz="2000">
                <a:solidFill>
                  <a:schemeClr val="accent2">
                    <a:lumMod val="50000"/>
                  </a:schemeClr>
                </a:solidFill>
              </a:defRPr>
            </a:lvl1pPr>
          </a:lstStyle>
          <a:p>
            <a:r>
              <a:rPr lang="en-US"/>
              <a:t>Click to edit Master title style</a:t>
            </a:r>
          </a:p>
        </p:txBody>
      </p:sp>
    </p:spTree>
    <p:extLst>
      <p:ext uri="{BB962C8B-B14F-4D97-AF65-F5344CB8AC3E}">
        <p14:creationId xmlns:p14="http://schemas.microsoft.com/office/powerpoint/2010/main" val="2516745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meline">
    <p:bg>
      <p:bgRef idx="1001">
        <a:schemeClr val="bg2"/>
      </p:bgRef>
    </p:bg>
    <p:spTree>
      <p:nvGrpSpPr>
        <p:cNvPr id="1" name=""/>
        <p:cNvGrpSpPr/>
        <p:nvPr/>
      </p:nvGrpSpPr>
      <p:grpSpPr>
        <a:xfrm>
          <a:off x="0" y="0"/>
          <a:ext cx="0" cy="0"/>
          <a:chOff x="0" y="0"/>
          <a:chExt cx="0" cy="0"/>
        </a:xfrm>
      </p:grpSpPr>
      <p:sp>
        <p:nvSpPr>
          <p:cNvPr id="15" name="Date Placeholder 3">
            <a:extLst>
              <a:ext uri="{FF2B5EF4-FFF2-40B4-BE49-F238E27FC236}">
                <a16:creationId xmlns:a16="http://schemas.microsoft.com/office/drawing/2014/main" id="{50815B22-13FE-47CD-9F79-73704A278BD7}"/>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5DB74C9-B808-4394-A017-79C83B2524EF}" type="datetime1">
              <a:rPr lang="en-US" smtClean="0"/>
              <a:t>3/27/26</a:t>
            </a:fld>
            <a:endParaRPr lang="en-US" dirty="0"/>
          </a:p>
        </p:txBody>
      </p:sp>
      <p:sp>
        <p:nvSpPr>
          <p:cNvPr id="16" name="Slide Number Placeholder 5">
            <a:extLst>
              <a:ext uri="{FF2B5EF4-FFF2-40B4-BE49-F238E27FC236}">
                <a16:creationId xmlns:a16="http://schemas.microsoft.com/office/drawing/2014/main" id="{D7669539-CB64-44F5-999D-7B9E61F8AF99}"/>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3" name="Content Placeholder 2">
            <a:extLst>
              <a:ext uri="{FF2B5EF4-FFF2-40B4-BE49-F238E27FC236}">
                <a16:creationId xmlns:a16="http://schemas.microsoft.com/office/drawing/2014/main" id="{822BA076-F3B9-47CB-80C2-BE29F157D044}"/>
              </a:ext>
            </a:extLst>
          </p:cNvPr>
          <p:cNvSpPr>
            <a:spLocks noGrp="1"/>
          </p:cNvSpPr>
          <p:nvPr>
            <p:ph sz="quarter" idx="11"/>
          </p:nvPr>
        </p:nvSpPr>
        <p:spPr>
          <a:xfrm>
            <a:off x="854075" y="1625600"/>
            <a:ext cx="10499725" cy="4860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3">
            <a:extLst>
              <a:ext uri="{FF2B5EF4-FFF2-40B4-BE49-F238E27FC236}">
                <a16:creationId xmlns:a16="http://schemas.microsoft.com/office/drawing/2014/main" id="{E909627E-FE70-43A1-B0CB-4D4F6C32C2D0}"/>
              </a:ext>
            </a:extLst>
          </p:cNvPr>
          <p:cNvSpPr>
            <a:spLocks noGrp="1"/>
          </p:cNvSpPr>
          <p:nvPr>
            <p:ph type="title" hasCustomPrompt="1"/>
          </p:nvPr>
        </p:nvSpPr>
        <p:spPr>
          <a:xfrm>
            <a:off x="854074" y="122239"/>
            <a:ext cx="10499725" cy="1355724"/>
          </a:xfrm>
        </p:spPr>
        <p:txBody>
          <a:bodyPr vert="horz" lIns="91440" tIns="45720" rIns="91440" bIns="45720" rtlCol="0" anchor="ctr">
            <a:normAutofit/>
          </a:bodyPr>
          <a:lstStyle>
            <a:lvl1pPr algn="ctr">
              <a:defRPr lang="en-US">
                <a:solidFill>
                  <a:schemeClr val="accent2">
                    <a:lumMod val="50000"/>
                  </a:schemeClr>
                </a:solidFill>
                <a:ea typeface="+mn-ea"/>
                <a:cs typeface="+mn-cs"/>
              </a:defRPr>
            </a:lvl1pPr>
          </a:lstStyle>
          <a:p>
            <a:pPr lvl="0"/>
            <a:r>
              <a:rPr lang="en-US" dirty="0"/>
              <a:t>Click to edit Master text styles</a:t>
            </a:r>
          </a:p>
        </p:txBody>
      </p:sp>
    </p:spTree>
    <p:extLst>
      <p:ext uri="{BB962C8B-B14F-4D97-AF65-F5344CB8AC3E}">
        <p14:creationId xmlns:p14="http://schemas.microsoft.com/office/powerpoint/2010/main" val="1476947594"/>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bg>
      <p:bgPr>
        <a:solidFill>
          <a:schemeClr val="accent2"/>
        </a:solidFill>
        <a:effectLst/>
      </p:bgPr>
    </p:bg>
    <p:spTree>
      <p:nvGrpSpPr>
        <p:cNvPr id="1" name=""/>
        <p:cNvGrpSpPr/>
        <p:nvPr/>
      </p:nvGrpSpPr>
      <p:grpSpPr>
        <a:xfrm>
          <a:off x="0" y="0"/>
          <a:ext cx="0" cy="0"/>
          <a:chOff x="0" y="0"/>
          <a:chExt cx="0" cy="0"/>
        </a:xfrm>
      </p:grpSpPr>
      <p:sp>
        <p:nvSpPr>
          <p:cNvPr id="34" name="Text Placeholder 22">
            <a:extLst>
              <a:ext uri="{FF2B5EF4-FFF2-40B4-BE49-F238E27FC236}">
                <a16:creationId xmlns:a16="http://schemas.microsoft.com/office/drawing/2014/main" id="{41BF345D-81AF-4851-83A1-623398489054}"/>
              </a:ext>
            </a:extLst>
          </p:cNvPr>
          <p:cNvSpPr>
            <a:spLocks noGrp="1"/>
          </p:cNvSpPr>
          <p:nvPr>
            <p:ph type="body" sz="quarter" idx="21" hasCustomPrompt="1"/>
          </p:nvPr>
        </p:nvSpPr>
        <p:spPr>
          <a:xfrm>
            <a:off x="761917" y="517972"/>
            <a:ext cx="3108960" cy="1333500"/>
          </a:xfrm>
        </p:spPr>
        <p:txBody>
          <a:bodyPr>
            <a:noAutofit/>
          </a:bodyPr>
          <a:lstStyle>
            <a:lvl1pPr marL="0" indent="0">
              <a:lnSpc>
                <a:spcPct val="90000"/>
              </a:lnSpc>
              <a:buNone/>
              <a:defRPr sz="8800" b="1">
                <a:solidFill>
                  <a:schemeClr val="tx1"/>
                </a:solidFill>
              </a:defRPr>
            </a:lvl1pPr>
          </a:lstStyle>
          <a:p>
            <a:pPr lvl="0"/>
            <a:r>
              <a:rPr lang="en-US" dirty="0"/>
              <a:t>01</a:t>
            </a:r>
          </a:p>
        </p:txBody>
      </p:sp>
      <p:sp>
        <p:nvSpPr>
          <p:cNvPr id="21" name="Picture Placeholder 20">
            <a:extLst>
              <a:ext uri="{FF2B5EF4-FFF2-40B4-BE49-F238E27FC236}">
                <a16:creationId xmlns:a16="http://schemas.microsoft.com/office/drawing/2014/main" id="{EC4F3A57-45ED-498D-858C-3EE63DF129C4}"/>
              </a:ext>
            </a:extLst>
          </p:cNvPr>
          <p:cNvSpPr>
            <a:spLocks noGrp="1"/>
          </p:cNvSpPr>
          <p:nvPr>
            <p:ph type="pic" sz="quarter" idx="11"/>
          </p:nvPr>
        </p:nvSpPr>
        <p:spPr>
          <a:xfrm>
            <a:off x="1036601" y="3552677"/>
            <a:ext cx="1874874" cy="2848123"/>
          </a:xfrm>
        </p:spPr>
        <p:txBody>
          <a:bodyPr/>
          <a:lstStyle/>
          <a:p>
            <a:r>
              <a:rPr lang="en-US" dirty="0"/>
              <a:t>Click icon to add picture</a:t>
            </a:r>
          </a:p>
        </p:txBody>
      </p:sp>
      <p:sp>
        <p:nvSpPr>
          <p:cNvPr id="22" name="Picture Placeholder 20">
            <a:extLst>
              <a:ext uri="{FF2B5EF4-FFF2-40B4-BE49-F238E27FC236}">
                <a16:creationId xmlns:a16="http://schemas.microsoft.com/office/drawing/2014/main" id="{1AC5BB09-E3BA-4948-93B3-EDCAAB803112}"/>
              </a:ext>
            </a:extLst>
          </p:cNvPr>
          <p:cNvSpPr>
            <a:spLocks noGrp="1"/>
          </p:cNvSpPr>
          <p:nvPr>
            <p:ph type="pic" sz="quarter" idx="12"/>
          </p:nvPr>
        </p:nvSpPr>
        <p:spPr>
          <a:xfrm>
            <a:off x="3101197" y="3552677"/>
            <a:ext cx="1874874" cy="2848123"/>
          </a:xfrm>
        </p:spPr>
        <p:txBody>
          <a:bodyPr/>
          <a:lstStyle/>
          <a:p>
            <a:r>
              <a:rPr lang="en-US" dirty="0"/>
              <a:t>Click icon to add picture</a:t>
            </a:r>
          </a:p>
        </p:txBody>
      </p:sp>
      <p:sp>
        <p:nvSpPr>
          <p:cNvPr id="23" name="Picture Placeholder 20">
            <a:extLst>
              <a:ext uri="{FF2B5EF4-FFF2-40B4-BE49-F238E27FC236}">
                <a16:creationId xmlns:a16="http://schemas.microsoft.com/office/drawing/2014/main" id="{BF83C6B7-5484-4586-8830-098BDCD9C987}"/>
              </a:ext>
            </a:extLst>
          </p:cNvPr>
          <p:cNvSpPr>
            <a:spLocks noGrp="1"/>
          </p:cNvSpPr>
          <p:nvPr>
            <p:ph type="pic" sz="quarter" idx="13"/>
          </p:nvPr>
        </p:nvSpPr>
        <p:spPr>
          <a:xfrm>
            <a:off x="5166324" y="3552677"/>
            <a:ext cx="1874874" cy="2848123"/>
          </a:xfrm>
        </p:spPr>
        <p:txBody>
          <a:bodyPr/>
          <a:lstStyle/>
          <a:p>
            <a:r>
              <a:rPr lang="en-US" dirty="0"/>
              <a:t>Click icon to add picture</a:t>
            </a:r>
          </a:p>
        </p:txBody>
      </p:sp>
      <p:sp>
        <p:nvSpPr>
          <p:cNvPr id="24" name="Picture Placeholder 20">
            <a:extLst>
              <a:ext uri="{FF2B5EF4-FFF2-40B4-BE49-F238E27FC236}">
                <a16:creationId xmlns:a16="http://schemas.microsoft.com/office/drawing/2014/main" id="{0C5663B1-EED6-4D80-A7C2-19E1366387A4}"/>
              </a:ext>
            </a:extLst>
          </p:cNvPr>
          <p:cNvSpPr>
            <a:spLocks noGrp="1"/>
          </p:cNvSpPr>
          <p:nvPr>
            <p:ph type="pic" sz="quarter" idx="14"/>
          </p:nvPr>
        </p:nvSpPr>
        <p:spPr>
          <a:xfrm>
            <a:off x="7239069" y="3552677"/>
            <a:ext cx="1874874" cy="2848123"/>
          </a:xfrm>
        </p:spPr>
        <p:txBody>
          <a:bodyPr/>
          <a:lstStyle/>
          <a:p>
            <a:r>
              <a:rPr lang="en-US" dirty="0"/>
              <a:t>Click icon to add picture</a:t>
            </a:r>
          </a:p>
        </p:txBody>
      </p:sp>
      <p:sp>
        <p:nvSpPr>
          <p:cNvPr id="25" name="Picture Placeholder 20">
            <a:extLst>
              <a:ext uri="{FF2B5EF4-FFF2-40B4-BE49-F238E27FC236}">
                <a16:creationId xmlns:a16="http://schemas.microsoft.com/office/drawing/2014/main" id="{D21E7B61-407B-40A7-9AF6-0D7E7106BCFC}"/>
              </a:ext>
            </a:extLst>
          </p:cNvPr>
          <p:cNvSpPr>
            <a:spLocks noGrp="1"/>
          </p:cNvSpPr>
          <p:nvPr>
            <p:ph type="pic" sz="quarter" idx="15"/>
          </p:nvPr>
        </p:nvSpPr>
        <p:spPr>
          <a:xfrm>
            <a:off x="9296046" y="3552677"/>
            <a:ext cx="1874874" cy="2848123"/>
          </a:xfrm>
        </p:spPr>
        <p:txBody>
          <a:bodyPr/>
          <a:lstStyle/>
          <a:p>
            <a:r>
              <a:rPr lang="en-US" dirty="0"/>
              <a:t>Click icon to add picture</a:t>
            </a:r>
          </a:p>
        </p:txBody>
      </p:sp>
      <p:sp>
        <p:nvSpPr>
          <p:cNvPr id="30" name="Date Placeholder 3">
            <a:extLst>
              <a:ext uri="{FF2B5EF4-FFF2-40B4-BE49-F238E27FC236}">
                <a16:creationId xmlns:a16="http://schemas.microsoft.com/office/drawing/2014/main" id="{415C3ACC-5A8A-46E6-BA0D-90ADD27E2F85}"/>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AAD2DF6D-B715-4785-8DEA-9165C638CF44}" type="datetime1">
              <a:rPr lang="en-US" smtClean="0"/>
              <a:t>3/27/26</a:t>
            </a:fld>
            <a:endParaRPr lang="en-US" dirty="0"/>
          </a:p>
        </p:txBody>
      </p:sp>
      <p:sp>
        <p:nvSpPr>
          <p:cNvPr id="31" name="Slide Number Placeholder 5">
            <a:extLst>
              <a:ext uri="{FF2B5EF4-FFF2-40B4-BE49-F238E27FC236}">
                <a16:creationId xmlns:a16="http://schemas.microsoft.com/office/drawing/2014/main" id="{0D00A5C2-DCEE-4CB3-9307-61EB88B1D59C}"/>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2" name="Title 1">
            <a:extLst>
              <a:ext uri="{FF2B5EF4-FFF2-40B4-BE49-F238E27FC236}">
                <a16:creationId xmlns:a16="http://schemas.microsoft.com/office/drawing/2014/main" id="{E3E8CB70-B054-4294-AD29-EE7A75C723E5}"/>
              </a:ext>
            </a:extLst>
          </p:cNvPr>
          <p:cNvSpPr>
            <a:spLocks noGrp="1"/>
          </p:cNvSpPr>
          <p:nvPr>
            <p:ph type="title"/>
          </p:nvPr>
        </p:nvSpPr>
        <p:spPr>
          <a:xfrm>
            <a:off x="1051560" y="651507"/>
            <a:ext cx="8991563" cy="1005839"/>
          </a:xfrm>
        </p:spPr>
        <p:txBody>
          <a:bodyPr vert="horz" lIns="91440" tIns="45720" rIns="91440" bIns="45720" rtlCol="0" anchor="ctr">
            <a:noAutofit/>
          </a:bodyPr>
          <a:lstStyle>
            <a:lvl1pPr>
              <a:lnSpc>
                <a:spcPct val="90000"/>
              </a:lnSpc>
              <a:defRPr lang="en-US">
                <a:solidFill>
                  <a:schemeClr val="accent2">
                    <a:lumMod val="50000"/>
                  </a:schemeClr>
                </a:solidFill>
                <a:ea typeface="+mn-ea"/>
                <a:cs typeface="+mn-cs"/>
              </a:defRPr>
            </a:lvl1pPr>
          </a:lstStyle>
          <a:p>
            <a:pPr marL="0" lvl="0" indent="0">
              <a:spcBef>
                <a:spcPts val="1000"/>
              </a:spcBef>
              <a:buFont typeface="Arial" panose="020B0604020202020204" pitchFamily="34" charset="0"/>
            </a:pPr>
            <a:r>
              <a:rPr lang="en-US"/>
              <a:t>Click to edit Master title style</a:t>
            </a:r>
            <a:endParaRPr lang="en-US" dirty="0"/>
          </a:p>
        </p:txBody>
      </p:sp>
      <p:sp>
        <p:nvSpPr>
          <p:cNvPr id="4" name="Text Placeholder 3">
            <a:extLst>
              <a:ext uri="{FF2B5EF4-FFF2-40B4-BE49-F238E27FC236}">
                <a16:creationId xmlns:a16="http://schemas.microsoft.com/office/drawing/2014/main" id="{28E0D608-4E7A-4014-9F62-CB43A0C83943}"/>
              </a:ext>
            </a:extLst>
          </p:cNvPr>
          <p:cNvSpPr>
            <a:spLocks noGrp="1"/>
          </p:cNvSpPr>
          <p:nvPr>
            <p:ph type="body" sz="quarter" idx="16" hasCustomPrompt="1"/>
          </p:nvPr>
        </p:nvSpPr>
        <p:spPr>
          <a:xfrm>
            <a:off x="1036638" y="2717800"/>
            <a:ext cx="1866900" cy="711200"/>
          </a:xfrm>
        </p:spPr>
        <p:txBody>
          <a:bodyPr>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a:r>
              <a:rPr lang="en-US" dirty="0"/>
              <a:t>Name</a:t>
            </a:r>
          </a:p>
          <a:p>
            <a:pPr lvl="0"/>
            <a:r>
              <a:rPr lang="en-US" dirty="0"/>
              <a:t>Title</a:t>
            </a:r>
          </a:p>
        </p:txBody>
      </p:sp>
      <p:sp>
        <p:nvSpPr>
          <p:cNvPr id="26" name="Text Placeholder 3">
            <a:extLst>
              <a:ext uri="{FF2B5EF4-FFF2-40B4-BE49-F238E27FC236}">
                <a16:creationId xmlns:a16="http://schemas.microsoft.com/office/drawing/2014/main" id="{9C3A63B0-4EEA-45BC-A016-5FDA0969EA00}"/>
              </a:ext>
            </a:extLst>
          </p:cNvPr>
          <p:cNvSpPr>
            <a:spLocks noGrp="1"/>
          </p:cNvSpPr>
          <p:nvPr>
            <p:ph type="body" sz="quarter" idx="17" hasCustomPrompt="1"/>
          </p:nvPr>
        </p:nvSpPr>
        <p:spPr>
          <a:xfrm>
            <a:off x="3086100" y="2718405"/>
            <a:ext cx="1866900" cy="711200"/>
          </a:xfrm>
        </p:spPr>
        <p:txBody>
          <a:bodyPr>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a:r>
              <a:rPr lang="en-US" dirty="0"/>
              <a:t>Name</a:t>
            </a:r>
          </a:p>
          <a:p>
            <a:pPr lvl="0"/>
            <a:r>
              <a:rPr lang="en-US" dirty="0"/>
              <a:t>Title</a:t>
            </a:r>
          </a:p>
        </p:txBody>
      </p:sp>
      <p:sp>
        <p:nvSpPr>
          <p:cNvPr id="27" name="Text Placeholder 3">
            <a:extLst>
              <a:ext uri="{FF2B5EF4-FFF2-40B4-BE49-F238E27FC236}">
                <a16:creationId xmlns:a16="http://schemas.microsoft.com/office/drawing/2014/main" id="{7080679B-5220-4478-B631-7112F870B7AC}"/>
              </a:ext>
            </a:extLst>
          </p:cNvPr>
          <p:cNvSpPr>
            <a:spLocks noGrp="1"/>
          </p:cNvSpPr>
          <p:nvPr>
            <p:ph type="body" sz="quarter" idx="18" hasCustomPrompt="1"/>
          </p:nvPr>
        </p:nvSpPr>
        <p:spPr>
          <a:xfrm>
            <a:off x="5143500" y="2718405"/>
            <a:ext cx="1866900" cy="711200"/>
          </a:xfrm>
        </p:spPr>
        <p:txBody>
          <a:bodyPr>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a:r>
              <a:rPr lang="en-US" dirty="0"/>
              <a:t>Name</a:t>
            </a:r>
          </a:p>
          <a:p>
            <a:pPr lvl="0"/>
            <a:r>
              <a:rPr lang="en-US" dirty="0"/>
              <a:t>Title</a:t>
            </a:r>
          </a:p>
        </p:txBody>
      </p:sp>
      <p:sp>
        <p:nvSpPr>
          <p:cNvPr id="28" name="Text Placeholder 3">
            <a:extLst>
              <a:ext uri="{FF2B5EF4-FFF2-40B4-BE49-F238E27FC236}">
                <a16:creationId xmlns:a16="http://schemas.microsoft.com/office/drawing/2014/main" id="{9E4F61A3-2797-46FB-ACA7-0443E3BBDD20}"/>
              </a:ext>
            </a:extLst>
          </p:cNvPr>
          <p:cNvSpPr>
            <a:spLocks noGrp="1"/>
          </p:cNvSpPr>
          <p:nvPr>
            <p:ph type="body" sz="quarter" idx="19" hasCustomPrompt="1"/>
          </p:nvPr>
        </p:nvSpPr>
        <p:spPr>
          <a:xfrm>
            <a:off x="7239070" y="2718405"/>
            <a:ext cx="1866900" cy="711200"/>
          </a:xfrm>
        </p:spPr>
        <p:txBody>
          <a:bodyPr>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a:r>
              <a:rPr lang="en-US" dirty="0"/>
              <a:t>Name</a:t>
            </a:r>
          </a:p>
          <a:p>
            <a:pPr lvl="0"/>
            <a:r>
              <a:rPr lang="en-US" dirty="0"/>
              <a:t>Title</a:t>
            </a:r>
          </a:p>
        </p:txBody>
      </p:sp>
      <p:sp>
        <p:nvSpPr>
          <p:cNvPr id="29" name="Text Placeholder 3">
            <a:extLst>
              <a:ext uri="{FF2B5EF4-FFF2-40B4-BE49-F238E27FC236}">
                <a16:creationId xmlns:a16="http://schemas.microsoft.com/office/drawing/2014/main" id="{14ED733B-1DE9-4FDC-BD5F-2BE3BB07C93E}"/>
              </a:ext>
            </a:extLst>
          </p:cNvPr>
          <p:cNvSpPr>
            <a:spLocks noGrp="1"/>
          </p:cNvSpPr>
          <p:nvPr>
            <p:ph type="body" sz="quarter" idx="20" hasCustomPrompt="1"/>
          </p:nvPr>
        </p:nvSpPr>
        <p:spPr>
          <a:xfrm>
            <a:off x="9304020" y="2718405"/>
            <a:ext cx="1866900" cy="711200"/>
          </a:xfrm>
        </p:spPr>
        <p:txBody>
          <a:bodyPr>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a:r>
              <a:rPr lang="en-US" dirty="0"/>
              <a:t>Name</a:t>
            </a:r>
          </a:p>
          <a:p>
            <a:pPr lvl="0"/>
            <a:r>
              <a:rPr lang="en-US" dirty="0"/>
              <a:t>Title</a:t>
            </a:r>
          </a:p>
        </p:txBody>
      </p:sp>
    </p:spTree>
    <p:extLst>
      <p:ext uri="{BB962C8B-B14F-4D97-AF65-F5344CB8AC3E}">
        <p14:creationId xmlns:p14="http://schemas.microsoft.com/office/powerpoint/2010/main" val="2405858091"/>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1 Column">
    <p:bg>
      <p:bgPr>
        <a:solidFill>
          <a:schemeClr val="bg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275B11D-8F3F-472B-BBCC-A4F7415AC0A5}"/>
              </a:ext>
            </a:extLst>
          </p:cNvPr>
          <p:cNvSpPr>
            <a:spLocks noGrp="1"/>
          </p:cNvSpPr>
          <p:nvPr>
            <p:ph type="pic" sz="quarter" idx="10"/>
          </p:nvPr>
        </p:nvSpPr>
        <p:spPr>
          <a:xfrm>
            <a:off x="1028700" y="3543300"/>
            <a:ext cx="3924300" cy="3314700"/>
          </a:xfrm>
        </p:spPr>
        <p:txBody>
          <a:bodyPr/>
          <a:lstStyle/>
          <a:p>
            <a:r>
              <a:rPr lang="en-US" dirty="0"/>
              <a:t>Click icon to add picture</a:t>
            </a:r>
          </a:p>
        </p:txBody>
      </p:sp>
      <p:sp>
        <p:nvSpPr>
          <p:cNvPr id="6" name="Content Placeholder 2">
            <a:extLst>
              <a:ext uri="{FF2B5EF4-FFF2-40B4-BE49-F238E27FC236}">
                <a16:creationId xmlns:a16="http://schemas.microsoft.com/office/drawing/2014/main" id="{99F0629D-1A5F-4F4F-90D6-430379624EFF}"/>
              </a:ext>
            </a:extLst>
          </p:cNvPr>
          <p:cNvSpPr>
            <a:spLocks noGrp="1"/>
          </p:cNvSpPr>
          <p:nvPr>
            <p:ph idx="4294967295"/>
          </p:nvPr>
        </p:nvSpPr>
        <p:spPr>
          <a:xfrm>
            <a:off x="6191250" y="1981200"/>
            <a:ext cx="4972050" cy="4473575"/>
          </a:xfrm>
        </p:spPr>
        <p:txBody>
          <a:bodyPr>
            <a:normAutofit/>
          </a:bodyPr>
          <a:lstStyle>
            <a:lvl1pPr marL="0" indent="0">
              <a:buNone/>
              <a:defRPr/>
            </a:lvl1pPr>
          </a:lstStyle>
          <a:p>
            <a:pPr lvl="0"/>
            <a:r>
              <a:rPr lang="en-US" sz="1600">
                <a:solidFill>
                  <a:schemeClr val="tx2">
                    <a:lumMod val="50000"/>
                  </a:schemeClr>
                </a:solidFill>
                <a:latin typeface="Biome Light" panose="020B0303030204020804" pitchFamily="34" charset="0"/>
                <a:cs typeface="Biome Light" panose="020B0303030204020804" pitchFamily="34" charset="0"/>
              </a:rPr>
              <a:t>Click to edit Master text styles</a:t>
            </a:r>
          </a:p>
        </p:txBody>
      </p:sp>
      <p:sp>
        <p:nvSpPr>
          <p:cNvPr id="17" name="Date Placeholder 3">
            <a:extLst>
              <a:ext uri="{FF2B5EF4-FFF2-40B4-BE49-F238E27FC236}">
                <a16:creationId xmlns:a16="http://schemas.microsoft.com/office/drawing/2014/main" id="{218C063B-0EE9-4FD5-A116-241C245452AC}"/>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37AE72A-09B6-4D56-855D-4360BD347914}" type="datetime1">
              <a:rPr lang="en-US" smtClean="0"/>
              <a:t>3/27/26</a:t>
            </a:fld>
            <a:endParaRPr lang="en-US" dirty="0"/>
          </a:p>
        </p:txBody>
      </p:sp>
      <p:sp>
        <p:nvSpPr>
          <p:cNvPr id="18" name="Slide Number Placeholder 5">
            <a:extLst>
              <a:ext uri="{FF2B5EF4-FFF2-40B4-BE49-F238E27FC236}">
                <a16:creationId xmlns:a16="http://schemas.microsoft.com/office/drawing/2014/main" id="{D417B369-6569-4DCC-B684-BE1A7C5D0B8D}"/>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2" name="Title 1">
            <a:extLst>
              <a:ext uri="{FF2B5EF4-FFF2-40B4-BE49-F238E27FC236}">
                <a16:creationId xmlns:a16="http://schemas.microsoft.com/office/drawing/2014/main" id="{4AEEC1A7-43C3-481E-95D0-5616242E1A01}"/>
              </a:ext>
            </a:extLst>
          </p:cNvPr>
          <p:cNvSpPr>
            <a:spLocks noGrp="1"/>
          </p:cNvSpPr>
          <p:nvPr>
            <p:ph type="title" hasCustomPrompt="1"/>
          </p:nvPr>
        </p:nvSpPr>
        <p:spPr>
          <a:xfrm>
            <a:off x="895534" y="539225"/>
            <a:ext cx="3924300" cy="2434386"/>
          </a:xfrm>
        </p:spPr>
        <p:txBody>
          <a:bodyPr vert="horz" lIns="91440" tIns="45720" rIns="91440" bIns="45720" rtlCol="0" anchor="ctr">
            <a:normAutofit/>
          </a:bodyPr>
          <a:lstStyle>
            <a:lvl1pPr>
              <a:defRPr lang="en-US" sz="7200">
                <a:solidFill>
                  <a:schemeClr val="accent2">
                    <a:lumMod val="50000"/>
                  </a:schemeClr>
                </a:solidFill>
                <a:latin typeface="+mn-lt"/>
                <a:ea typeface="+mn-ea"/>
                <a:cs typeface="+mn-cs"/>
              </a:defRPr>
            </a:lvl1pPr>
          </a:lstStyle>
          <a:p>
            <a:pPr lvl="0"/>
            <a:r>
              <a:rPr lang="en-US" dirty="0"/>
              <a:t>Click to add title</a:t>
            </a:r>
          </a:p>
        </p:txBody>
      </p:sp>
      <p:cxnSp>
        <p:nvCxnSpPr>
          <p:cNvPr id="3" name="Straight Connector 2">
            <a:extLst>
              <a:ext uri="{FF2B5EF4-FFF2-40B4-BE49-F238E27FC236}">
                <a16:creationId xmlns:a16="http://schemas.microsoft.com/office/drawing/2014/main" id="{DC6CF0E0-8FF2-4FE7-AC69-85BEFA656508}"/>
              </a:ext>
            </a:extLst>
          </p:cNvPr>
          <p:cNvCxnSpPr>
            <a:cxnSpLocks/>
          </p:cNvCxnSpPr>
          <p:nvPr userDrawn="1"/>
        </p:nvCxnSpPr>
        <p:spPr>
          <a:xfrm>
            <a:off x="1028700" y="457211"/>
            <a:ext cx="1142999" cy="0"/>
          </a:xfrm>
          <a:prstGeom prst="line">
            <a:avLst/>
          </a:prstGeom>
          <a:ln w="158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5107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1"/>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0337C3D7-7DDB-42A8-901A-EC153DD27458}"/>
              </a:ext>
            </a:extLst>
          </p:cNvPr>
          <p:cNvSpPr>
            <a:spLocks noGrp="1"/>
          </p:cNvSpPr>
          <p:nvPr>
            <p:ph type="pic" sz="quarter" idx="10"/>
          </p:nvPr>
        </p:nvSpPr>
        <p:spPr>
          <a:xfrm>
            <a:off x="6210300" y="0"/>
            <a:ext cx="4953000" cy="3302000"/>
          </a:xfrm>
        </p:spPr>
        <p:txBody>
          <a:bodyPr/>
          <a:lstStyle/>
          <a:p>
            <a:r>
              <a:rPr lang="en-US" dirty="0"/>
              <a:t>Click icon to add picture</a:t>
            </a:r>
          </a:p>
        </p:txBody>
      </p:sp>
      <p:sp>
        <p:nvSpPr>
          <p:cNvPr id="10" name="Content Placeholder 2">
            <a:extLst>
              <a:ext uri="{FF2B5EF4-FFF2-40B4-BE49-F238E27FC236}">
                <a16:creationId xmlns:a16="http://schemas.microsoft.com/office/drawing/2014/main" id="{27B95226-A076-4D55-B408-1389A2F8C7A0}"/>
              </a:ext>
            </a:extLst>
          </p:cNvPr>
          <p:cNvSpPr>
            <a:spLocks noGrp="1"/>
          </p:cNvSpPr>
          <p:nvPr>
            <p:ph idx="4294967295" hasCustomPrompt="1"/>
          </p:nvPr>
        </p:nvSpPr>
        <p:spPr>
          <a:xfrm>
            <a:off x="1028700" y="3556002"/>
            <a:ext cx="3108960" cy="2286000"/>
          </a:xfrm>
        </p:spPr>
        <p:txBody>
          <a:bodyPr>
            <a:normAutofit/>
          </a:bodyPr>
          <a:lstStyle>
            <a:lvl1pPr>
              <a:defRPr>
                <a:solidFill>
                  <a:schemeClr val="accent2">
                    <a:lumMod val="50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rPr>
              <a:t>Insert text</a:t>
            </a:r>
            <a:endParaRPr lang="en-US" sz="1400" dirty="0">
              <a:solidFill>
                <a:srgbClr val="C0C9C2">
                  <a:lumMod val="50000"/>
                </a:srgbClr>
              </a:solidFill>
              <a:latin typeface="Biome Light" panose="020B0303030204020804" pitchFamily="34" charset="0"/>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endParaRPr lang="en-US" sz="1600" dirty="0">
              <a:solidFill>
                <a:schemeClr val="tx2">
                  <a:lumMod val="50000"/>
                </a:schemeClr>
              </a:solidFill>
              <a:latin typeface="Biome Light" panose="020B0303030204020804" pitchFamily="34" charset="0"/>
              <a:cs typeface="Biome Light" panose="020B0303030204020804" pitchFamily="34" charset="0"/>
            </a:endParaRPr>
          </a:p>
        </p:txBody>
      </p:sp>
      <p:sp>
        <p:nvSpPr>
          <p:cNvPr id="14" name="Content Placeholder 2">
            <a:extLst>
              <a:ext uri="{FF2B5EF4-FFF2-40B4-BE49-F238E27FC236}">
                <a16:creationId xmlns:a16="http://schemas.microsoft.com/office/drawing/2014/main" id="{86673F10-179D-4539-AA33-AE34EC0457EF}"/>
              </a:ext>
            </a:extLst>
          </p:cNvPr>
          <p:cNvSpPr>
            <a:spLocks noGrp="1"/>
          </p:cNvSpPr>
          <p:nvPr>
            <p:ph idx="4294967295" hasCustomPrompt="1"/>
          </p:nvPr>
        </p:nvSpPr>
        <p:spPr>
          <a:xfrm>
            <a:off x="4541520" y="3556001"/>
            <a:ext cx="3108960" cy="2285999"/>
          </a:xfrm>
        </p:spPr>
        <p:txBody>
          <a:bodyPr>
            <a:normAutofit/>
          </a:bodyPr>
          <a:lstStyle>
            <a:lvl1pPr>
              <a:defRPr>
                <a:solidFill>
                  <a:schemeClr val="accent2">
                    <a:lumMod val="50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rPr>
              <a:t>Insert text</a:t>
            </a:r>
            <a:endParaRPr lang="en-US" sz="1400" dirty="0">
              <a:solidFill>
                <a:srgbClr val="C0C9C2">
                  <a:lumMod val="50000"/>
                </a:srgbClr>
              </a:solidFill>
              <a:latin typeface="Biome Light" panose="020B0303030204020804" pitchFamily="34" charset="0"/>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endParaRPr lang="en-US" sz="1600" dirty="0">
              <a:solidFill>
                <a:schemeClr val="tx2">
                  <a:lumMod val="50000"/>
                </a:schemeClr>
              </a:solidFill>
              <a:latin typeface="Biome Light" panose="020B0303030204020804" pitchFamily="34" charset="0"/>
              <a:cs typeface="Biome Light" panose="020B0303030204020804" pitchFamily="34" charset="0"/>
            </a:endParaRPr>
          </a:p>
        </p:txBody>
      </p:sp>
      <p:sp>
        <p:nvSpPr>
          <p:cNvPr id="19" name="Content Placeholder 2">
            <a:extLst>
              <a:ext uri="{FF2B5EF4-FFF2-40B4-BE49-F238E27FC236}">
                <a16:creationId xmlns:a16="http://schemas.microsoft.com/office/drawing/2014/main" id="{EB6CFC30-1A59-4D28-9E30-0FF7D632C6A2}"/>
              </a:ext>
            </a:extLst>
          </p:cNvPr>
          <p:cNvSpPr>
            <a:spLocks noGrp="1"/>
          </p:cNvSpPr>
          <p:nvPr>
            <p:ph idx="4294967295" hasCustomPrompt="1"/>
          </p:nvPr>
        </p:nvSpPr>
        <p:spPr>
          <a:xfrm>
            <a:off x="8054340" y="3556001"/>
            <a:ext cx="3108960" cy="2285999"/>
          </a:xfrm>
        </p:spPr>
        <p:txBody>
          <a:bodyPr>
            <a:normAutofit/>
          </a:bodyPr>
          <a:lstStyle>
            <a:lvl1pPr>
              <a:defRPr>
                <a:solidFill>
                  <a:schemeClr val="accent2">
                    <a:lumMod val="50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rPr>
              <a:t>Insert text</a:t>
            </a:r>
            <a:endParaRPr lang="en-US" sz="1400" dirty="0">
              <a:solidFill>
                <a:srgbClr val="C0C9C2">
                  <a:lumMod val="50000"/>
                </a:srgbClr>
              </a:solidFill>
              <a:latin typeface="Biome Light" panose="020B0303030204020804" pitchFamily="34" charset="0"/>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endParaRPr lang="en-US" sz="1600" dirty="0">
              <a:solidFill>
                <a:schemeClr val="tx2">
                  <a:lumMod val="50000"/>
                </a:schemeClr>
              </a:solidFill>
              <a:latin typeface="Biome Light" panose="020B0303030204020804" pitchFamily="34" charset="0"/>
              <a:cs typeface="Biome Light" panose="020B0303030204020804" pitchFamily="34" charset="0"/>
            </a:endParaRPr>
          </a:p>
        </p:txBody>
      </p:sp>
      <p:sp>
        <p:nvSpPr>
          <p:cNvPr id="24" name="Date Placeholder 3">
            <a:extLst>
              <a:ext uri="{FF2B5EF4-FFF2-40B4-BE49-F238E27FC236}">
                <a16:creationId xmlns:a16="http://schemas.microsoft.com/office/drawing/2014/main" id="{C4F3CC75-F9FA-4F77-9DD5-7E6C0F5C9829}"/>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E199D1A0-04AB-4DD4-B9DB-BDEC5E64C94C}" type="datetime1">
              <a:rPr lang="en-US" smtClean="0"/>
              <a:t>3/27/26</a:t>
            </a:fld>
            <a:endParaRPr lang="en-US" dirty="0"/>
          </a:p>
        </p:txBody>
      </p:sp>
      <p:sp>
        <p:nvSpPr>
          <p:cNvPr id="25" name="Slide Number Placeholder 5">
            <a:extLst>
              <a:ext uri="{FF2B5EF4-FFF2-40B4-BE49-F238E27FC236}">
                <a16:creationId xmlns:a16="http://schemas.microsoft.com/office/drawing/2014/main" id="{93B5B65C-5DE0-4F81-8115-758CDB591FA7}"/>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11" name="Title 1">
            <a:extLst>
              <a:ext uri="{FF2B5EF4-FFF2-40B4-BE49-F238E27FC236}">
                <a16:creationId xmlns:a16="http://schemas.microsoft.com/office/drawing/2014/main" id="{EF4A2ACE-2D85-4F78-818F-BBA6F6F0CC53}"/>
              </a:ext>
            </a:extLst>
          </p:cNvPr>
          <p:cNvSpPr>
            <a:spLocks noGrp="1"/>
          </p:cNvSpPr>
          <p:nvPr>
            <p:ph type="title" hasCustomPrompt="1"/>
          </p:nvPr>
        </p:nvSpPr>
        <p:spPr>
          <a:xfrm>
            <a:off x="895530" y="539225"/>
            <a:ext cx="3924300" cy="2434386"/>
          </a:xfrm>
        </p:spPr>
        <p:txBody>
          <a:bodyPr vert="horz" lIns="91440" tIns="45720" rIns="91440" bIns="45720" rtlCol="0" anchor="ctr">
            <a:normAutofit/>
          </a:bodyPr>
          <a:lstStyle>
            <a:lvl1pPr>
              <a:defRPr lang="en-US" sz="7200" dirty="0">
                <a:solidFill>
                  <a:schemeClr val="accent2">
                    <a:lumMod val="50000"/>
                  </a:schemeClr>
                </a:solidFill>
                <a:latin typeface="+mn-lt"/>
                <a:ea typeface="+mn-ea"/>
                <a:cs typeface="+mn-cs"/>
              </a:defRPr>
            </a:lvl1pPr>
          </a:lstStyle>
          <a:p>
            <a:pPr marL="0" lvl="0" indent="0">
              <a:spcBef>
                <a:spcPts val="1000"/>
              </a:spcBef>
              <a:buFont typeface="Arial" panose="020B0604020202020204" pitchFamily="34" charset="0"/>
            </a:pPr>
            <a:r>
              <a:rPr lang="en-US" dirty="0"/>
              <a:t>Click to add title</a:t>
            </a:r>
          </a:p>
        </p:txBody>
      </p:sp>
      <p:cxnSp>
        <p:nvCxnSpPr>
          <p:cNvPr id="3" name="Straight Connector 2">
            <a:extLst>
              <a:ext uri="{FF2B5EF4-FFF2-40B4-BE49-F238E27FC236}">
                <a16:creationId xmlns:a16="http://schemas.microsoft.com/office/drawing/2014/main" id="{E4DCD8D3-DF79-446E-9961-5797EE888B4C}"/>
              </a:ext>
            </a:extLst>
          </p:cNvPr>
          <p:cNvCxnSpPr>
            <a:cxnSpLocks/>
          </p:cNvCxnSpPr>
          <p:nvPr userDrawn="1"/>
        </p:nvCxnSpPr>
        <p:spPr>
          <a:xfrm>
            <a:off x="1028700" y="457211"/>
            <a:ext cx="1142999" cy="0"/>
          </a:xfrm>
          <a:prstGeom prst="line">
            <a:avLst/>
          </a:prstGeom>
          <a:ln w="158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9200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p:bg>
      <p:bgPr>
        <a:solidFill>
          <a:schemeClr val="accent2"/>
        </a:solidFill>
        <a:effectLst/>
      </p:bgPr>
    </p:bg>
    <p:spTree>
      <p:nvGrpSpPr>
        <p:cNvPr id="1" name=""/>
        <p:cNvGrpSpPr/>
        <p:nvPr/>
      </p:nvGrpSpPr>
      <p:grpSpPr>
        <a:xfrm>
          <a:off x="0" y="0"/>
          <a:ext cx="0" cy="0"/>
          <a:chOff x="0" y="0"/>
          <a:chExt cx="0" cy="0"/>
        </a:xfrm>
      </p:grpSpPr>
      <p:sp>
        <p:nvSpPr>
          <p:cNvPr id="15" name="Date Placeholder 3">
            <a:extLst>
              <a:ext uri="{FF2B5EF4-FFF2-40B4-BE49-F238E27FC236}">
                <a16:creationId xmlns:a16="http://schemas.microsoft.com/office/drawing/2014/main" id="{FCB4EDDC-C544-421C-905C-A4D40D98A51D}"/>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F53EA80-260A-4EE9-83BB-E6DD04DEA906}" type="datetime1">
              <a:rPr lang="en-US" smtClean="0"/>
              <a:t>3/27/26</a:t>
            </a:fld>
            <a:endParaRPr lang="en-US" dirty="0"/>
          </a:p>
        </p:txBody>
      </p:sp>
      <p:sp>
        <p:nvSpPr>
          <p:cNvPr id="16" name="Slide Number Placeholder 5">
            <a:extLst>
              <a:ext uri="{FF2B5EF4-FFF2-40B4-BE49-F238E27FC236}">
                <a16:creationId xmlns:a16="http://schemas.microsoft.com/office/drawing/2014/main" id="{D9CBFDBF-2D2B-469A-9B2F-72F90474FB6D}"/>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2" name="Title 1">
            <a:extLst>
              <a:ext uri="{FF2B5EF4-FFF2-40B4-BE49-F238E27FC236}">
                <a16:creationId xmlns:a16="http://schemas.microsoft.com/office/drawing/2014/main" id="{E1BA55D6-2810-4163-9D43-FEDA674E2D4C}"/>
              </a:ext>
            </a:extLst>
          </p:cNvPr>
          <p:cNvSpPr>
            <a:spLocks noGrp="1"/>
          </p:cNvSpPr>
          <p:nvPr>
            <p:ph type="title" hasCustomPrompt="1"/>
          </p:nvPr>
        </p:nvSpPr>
        <p:spPr>
          <a:xfrm>
            <a:off x="896829" y="573503"/>
            <a:ext cx="10156826" cy="1369591"/>
          </a:xfrm>
        </p:spPr>
        <p:txBody>
          <a:bodyPr vert="horz" lIns="91440" tIns="45720" rIns="91440" bIns="45720" rtlCol="0" anchor="ctr">
            <a:noAutofit/>
          </a:bodyPr>
          <a:lstStyle>
            <a:lvl1pPr>
              <a:defRPr lang="en-US" sz="7200">
                <a:solidFill>
                  <a:schemeClr val="accent2">
                    <a:lumMod val="50000"/>
                  </a:schemeClr>
                </a:solidFill>
                <a:latin typeface="+mn-lt"/>
                <a:ea typeface="+mn-ea"/>
                <a:cs typeface="+mn-cs"/>
              </a:defRPr>
            </a:lvl1pPr>
          </a:lstStyle>
          <a:p>
            <a:pPr lvl="0"/>
            <a:r>
              <a:rPr lang="en-US" dirty="0"/>
              <a:t>Click to add title</a:t>
            </a:r>
          </a:p>
        </p:txBody>
      </p:sp>
      <p:cxnSp>
        <p:nvCxnSpPr>
          <p:cNvPr id="3" name="Straight Connector 2">
            <a:extLst>
              <a:ext uri="{FF2B5EF4-FFF2-40B4-BE49-F238E27FC236}">
                <a16:creationId xmlns:a16="http://schemas.microsoft.com/office/drawing/2014/main" id="{C9E87E0B-D644-4037-B322-715C648BAD3B}"/>
              </a:ext>
            </a:extLst>
          </p:cNvPr>
          <p:cNvCxnSpPr>
            <a:cxnSpLocks/>
          </p:cNvCxnSpPr>
          <p:nvPr userDrawn="1"/>
        </p:nvCxnSpPr>
        <p:spPr>
          <a:xfrm>
            <a:off x="1028700" y="457211"/>
            <a:ext cx="1142999" cy="0"/>
          </a:xfrm>
          <a:prstGeom prst="line">
            <a:avLst/>
          </a:prstGeom>
          <a:ln w="158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64195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9" name="Picture Placeholder 15">
            <a:extLst>
              <a:ext uri="{FF2B5EF4-FFF2-40B4-BE49-F238E27FC236}">
                <a16:creationId xmlns:a16="http://schemas.microsoft.com/office/drawing/2014/main" id="{940246AD-CE4F-4FD8-BCF6-5BA9ED62ACDA}"/>
              </a:ext>
            </a:extLst>
          </p:cNvPr>
          <p:cNvSpPr>
            <a:spLocks noGrp="1"/>
          </p:cNvSpPr>
          <p:nvPr>
            <p:ph type="pic" sz="quarter" idx="11"/>
          </p:nvPr>
        </p:nvSpPr>
        <p:spPr>
          <a:xfrm>
            <a:off x="6210300" y="3543302"/>
            <a:ext cx="4953000" cy="2849562"/>
          </a:xfrm>
        </p:spPr>
        <p:txBody>
          <a:bodyPr/>
          <a:lstStyle/>
          <a:p>
            <a:r>
              <a:rPr lang="en-US" dirty="0"/>
              <a:t>Click icon to add picture</a:t>
            </a:r>
          </a:p>
        </p:txBody>
      </p:sp>
      <p:sp>
        <p:nvSpPr>
          <p:cNvPr id="10" name="Picture Placeholder 13">
            <a:extLst>
              <a:ext uri="{FF2B5EF4-FFF2-40B4-BE49-F238E27FC236}">
                <a16:creationId xmlns:a16="http://schemas.microsoft.com/office/drawing/2014/main" id="{F8ECBB79-D5D3-4ECE-99F9-1B6834629E46}"/>
              </a:ext>
            </a:extLst>
          </p:cNvPr>
          <p:cNvSpPr>
            <a:spLocks noGrp="1"/>
          </p:cNvSpPr>
          <p:nvPr>
            <p:ph type="pic" sz="quarter" idx="10"/>
          </p:nvPr>
        </p:nvSpPr>
        <p:spPr>
          <a:xfrm>
            <a:off x="6210300" y="465138"/>
            <a:ext cx="4953000" cy="2849562"/>
          </a:xfrm>
        </p:spPr>
        <p:txBody>
          <a:bodyPr/>
          <a:lstStyle/>
          <a:p>
            <a:r>
              <a:rPr lang="en-US" dirty="0"/>
              <a:t>Click icon to add picture</a:t>
            </a:r>
          </a:p>
        </p:txBody>
      </p:sp>
      <p:sp>
        <p:nvSpPr>
          <p:cNvPr id="11" name="Text Placeholder 22">
            <a:extLst>
              <a:ext uri="{FF2B5EF4-FFF2-40B4-BE49-F238E27FC236}">
                <a16:creationId xmlns:a16="http://schemas.microsoft.com/office/drawing/2014/main" id="{C667C6DE-A3D4-4738-B7FC-43FB39FD7A28}"/>
              </a:ext>
            </a:extLst>
          </p:cNvPr>
          <p:cNvSpPr>
            <a:spLocks noGrp="1"/>
          </p:cNvSpPr>
          <p:nvPr>
            <p:ph type="body" sz="quarter" idx="15" hasCustomPrompt="1"/>
          </p:nvPr>
        </p:nvSpPr>
        <p:spPr>
          <a:xfrm>
            <a:off x="761917" y="517972"/>
            <a:ext cx="2956560" cy="1333500"/>
          </a:xfrm>
        </p:spPr>
        <p:txBody>
          <a:bodyPr>
            <a:noAutofit/>
          </a:bodyPr>
          <a:lstStyle>
            <a:lvl1pPr marL="0" indent="0">
              <a:lnSpc>
                <a:spcPct val="90000"/>
              </a:lnSpc>
              <a:buNone/>
              <a:defRPr sz="8800" b="1">
                <a:solidFill>
                  <a:schemeClr val="bg1"/>
                </a:solidFill>
              </a:defRPr>
            </a:lvl1pPr>
          </a:lstStyle>
          <a:p>
            <a:pPr lvl="0"/>
            <a:r>
              <a:rPr lang="en-US" dirty="0"/>
              <a:t>01</a:t>
            </a:r>
          </a:p>
        </p:txBody>
      </p:sp>
      <p:sp>
        <p:nvSpPr>
          <p:cNvPr id="12" name="Text Placeholder 18">
            <a:extLst>
              <a:ext uri="{FF2B5EF4-FFF2-40B4-BE49-F238E27FC236}">
                <a16:creationId xmlns:a16="http://schemas.microsoft.com/office/drawing/2014/main" id="{12C18C04-19C8-4ECC-83E8-6E65128CEF48}"/>
              </a:ext>
            </a:extLst>
          </p:cNvPr>
          <p:cNvSpPr>
            <a:spLocks noGrp="1"/>
          </p:cNvSpPr>
          <p:nvPr>
            <p:ph type="body" sz="quarter" idx="13"/>
          </p:nvPr>
        </p:nvSpPr>
        <p:spPr>
          <a:xfrm>
            <a:off x="1040130" y="2009776"/>
            <a:ext cx="3924300" cy="2849562"/>
          </a:xfrm>
        </p:spPr>
        <p:txBody>
          <a:bodyPr>
            <a:normAutofit/>
          </a:bodyPr>
          <a:lstStyle>
            <a:lvl1pPr marL="0" indent="0">
              <a:buNone/>
              <a:defRPr sz="1600">
                <a:solidFill>
                  <a:schemeClr val="tx2">
                    <a:lumMod val="50000"/>
                  </a:schemeClr>
                </a:solidFill>
              </a:defRPr>
            </a:lvl1pPr>
            <a:lvl2pPr marL="457200" indent="0">
              <a:buNone/>
              <a:defRPr sz="2000">
                <a:solidFill>
                  <a:schemeClr val="tx2">
                    <a:lumMod val="50000"/>
                  </a:schemeClr>
                </a:solidFill>
              </a:defRPr>
            </a:lvl2pPr>
            <a:lvl3pPr marL="914400" indent="0">
              <a:buNone/>
              <a:defRPr sz="1800">
                <a:solidFill>
                  <a:schemeClr val="tx2">
                    <a:lumMod val="50000"/>
                  </a:schemeClr>
                </a:solidFill>
              </a:defRPr>
            </a:lvl3pPr>
            <a:lvl4pPr marL="1371600" indent="0">
              <a:buNone/>
              <a:defRPr sz="1600">
                <a:solidFill>
                  <a:schemeClr val="tx2">
                    <a:lumMod val="50000"/>
                  </a:schemeClr>
                </a:solidFill>
              </a:defRPr>
            </a:lvl4pPr>
            <a:lvl5pPr marL="1828800" indent="0">
              <a:buNone/>
              <a:defRPr sz="1600">
                <a:solidFill>
                  <a:schemeClr val="tx2">
                    <a:lumMod val="50000"/>
                  </a:schemeClr>
                </a:solidFill>
              </a:defRPr>
            </a:lvl5pPr>
          </a:lstStyle>
          <a:p>
            <a:pPr lvl="0"/>
            <a:r>
              <a:rPr lang="en-US"/>
              <a:t>Click to edit Master text styles</a:t>
            </a:r>
          </a:p>
        </p:txBody>
      </p:sp>
      <p:sp>
        <p:nvSpPr>
          <p:cNvPr id="15" name="Text Placeholder 14">
            <a:extLst>
              <a:ext uri="{FF2B5EF4-FFF2-40B4-BE49-F238E27FC236}">
                <a16:creationId xmlns:a16="http://schemas.microsoft.com/office/drawing/2014/main" id="{4D14E5D8-EB42-4C87-B4AE-4746909A2D33}"/>
              </a:ext>
            </a:extLst>
          </p:cNvPr>
          <p:cNvSpPr>
            <a:spLocks noGrp="1"/>
          </p:cNvSpPr>
          <p:nvPr>
            <p:ph type="body" sz="quarter" idx="16"/>
          </p:nvPr>
        </p:nvSpPr>
        <p:spPr>
          <a:xfrm>
            <a:off x="1039813" y="5067300"/>
            <a:ext cx="3913187" cy="1319213"/>
          </a:xfrm>
        </p:spPr>
        <p:txBody>
          <a:bodyPr>
            <a:normAutofit/>
          </a:bodyPr>
          <a:lstStyle>
            <a:lvl1pPr>
              <a:defRPr lang="en-US" sz="1600" kern="1200" dirty="0" smtClean="0">
                <a:solidFill>
                  <a:schemeClr val="tx2">
                    <a:lumMod val="50000"/>
                  </a:schemeClr>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20" name="Date Placeholder 3">
            <a:extLst>
              <a:ext uri="{FF2B5EF4-FFF2-40B4-BE49-F238E27FC236}">
                <a16:creationId xmlns:a16="http://schemas.microsoft.com/office/drawing/2014/main" id="{0649945F-7BBD-4042-AA34-709CE3402EEC}"/>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CD80274-DEF2-4F5D-8F74-69D0554CED55}" type="datetime1">
              <a:rPr lang="en-US" smtClean="0"/>
              <a:t>3/27/26</a:t>
            </a:fld>
            <a:endParaRPr lang="en-US" dirty="0"/>
          </a:p>
        </p:txBody>
      </p:sp>
      <p:sp>
        <p:nvSpPr>
          <p:cNvPr id="21" name="Slide Number Placeholder 5">
            <a:extLst>
              <a:ext uri="{FF2B5EF4-FFF2-40B4-BE49-F238E27FC236}">
                <a16:creationId xmlns:a16="http://schemas.microsoft.com/office/drawing/2014/main" id="{51936C4A-DE5F-4BFE-AED0-47E48CD4605C}"/>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
        <p:nvSpPr>
          <p:cNvPr id="14" name="Title 1">
            <a:extLst>
              <a:ext uri="{FF2B5EF4-FFF2-40B4-BE49-F238E27FC236}">
                <a16:creationId xmlns:a16="http://schemas.microsoft.com/office/drawing/2014/main" id="{F981B703-4F1F-41A6-AD71-3FFB2820FF1D}"/>
              </a:ext>
            </a:extLst>
          </p:cNvPr>
          <p:cNvSpPr>
            <a:spLocks noGrp="1"/>
          </p:cNvSpPr>
          <p:nvPr>
            <p:ph type="title" hasCustomPrompt="1"/>
          </p:nvPr>
        </p:nvSpPr>
        <p:spPr>
          <a:xfrm>
            <a:off x="1040130" y="465136"/>
            <a:ext cx="3935647" cy="1340615"/>
          </a:xfrm>
        </p:spPr>
        <p:txBody>
          <a:bodyPr vert="horz" lIns="91440" tIns="45720" rIns="91440" bIns="45720" rtlCol="0" anchor="ctr">
            <a:noAutofit/>
          </a:bodyPr>
          <a:lstStyle>
            <a:lvl1pPr>
              <a:defRPr lang="en-US" dirty="0">
                <a:solidFill>
                  <a:schemeClr val="tx2">
                    <a:lumMod val="50000"/>
                  </a:schemeClr>
                </a:solidFill>
                <a:latin typeface="+mn-lt"/>
                <a:ea typeface="+mn-ea"/>
                <a:cs typeface="+mn-cs"/>
              </a:defRPr>
            </a:lvl1pPr>
          </a:lstStyle>
          <a:p>
            <a:pPr marL="0" lvl="0" indent="0">
              <a:spcBef>
                <a:spcPts val="1000"/>
              </a:spcBef>
              <a:buFont typeface="Arial" panose="020B0604020202020204" pitchFamily="34" charset="0"/>
            </a:pPr>
            <a:r>
              <a:rPr lang="en-US" dirty="0"/>
              <a:t>Title</a:t>
            </a:r>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E5577C8-AB8C-4B8A-A01F-113B16C4DCA3}" type="datetime1">
              <a:rPr lang="en-US" smtClean="0"/>
              <a:t>3/27/26</a:t>
            </a:fld>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60" r:id="rId6"/>
    <p:sldLayoutId id="2147483654" r:id="rId7"/>
    <p:sldLayoutId id="2147483659" r:id="rId8"/>
    <p:sldLayoutId id="2147483655" r:id="rId9"/>
    <p:sldLayoutId id="2147483656" r:id="rId10"/>
    <p:sldLayoutId id="2147483658" r:id="rId11"/>
    <p:sldLayoutId id="2147483657"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48" userDrawn="1">
          <p15:clr>
            <a:srgbClr val="F26B43"/>
          </p15:clr>
        </p15:guide>
        <p15:guide id="2" pos="1176" userDrawn="1">
          <p15:clr>
            <a:srgbClr val="F26B43"/>
          </p15:clr>
        </p15:guide>
        <p15:guide id="3" pos="1296" userDrawn="1">
          <p15:clr>
            <a:srgbClr val="F26B43"/>
          </p15:clr>
        </p15:guide>
        <p15:guide id="4" pos="1824" userDrawn="1">
          <p15:clr>
            <a:srgbClr val="F26B43"/>
          </p15:clr>
        </p15:guide>
        <p15:guide id="5" pos="1944" userDrawn="1">
          <p15:clr>
            <a:srgbClr val="F26B43"/>
          </p15:clr>
        </p15:guide>
        <p15:guide id="6" pos="2472" userDrawn="1">
          <p15:clr>
            <a:srgbClr val="F26B43"/>
          </p15:clr>
        </p15:guide>
        <p15:guide id="7" pos="2592" userDrawn="1">
          <p15:clr>
            <a:srgbClr val="F26B43"/>
          </p15:clr>
        </p15:guide>
        <p15:guide id="8" pos="3120" userDrawn="1">
          <p15:clr>
            <a:srgbClr val="F26B43"/>
          </p15:clr>
        </p15:guide>
        <p15:guide id="9" pos="3240" userDrawn="1">
          <p15:clr>
            <a:srgbClr val="F26B43"/>
          </p15:clr>
        </p15:guide>
        <p15:guide id="10" pos="3792" userDrawn="1">
          <p15:clr>
            <a:srgbClr val="F26B43"/>
          </p15:clr>
        </p15:guide>
        <p15:guide id="11" pos="3912" userDrawn="1">
          <p15:clr>
            <a:srgbClr val="F26B43"/>
          </p15:clr>
        </p15:guide>
        <p15:guide id="12" pos="4416" userDrawn="1">
          <p15:clr>
            <a:srgbClr val="F26B43"/>
          </p15:clr>
        </p15:guide>
        <p15:guide id="13" pos="4560" userDrawn="1">
          <p15:clr>
            <a:srgbClr val="F26B43"/>
          </p15:clr>
        </p15:guide>
        <p15:guide id="14" pos="5088" userDrawn="1">
          <p15:clr>
            <a:srgbClr val="F26B43"/>
          </p15:clr>
        </p15:guide>
        <p15:guide id="15" pos="5208" userDrawn="1">
          <p15:clr>
            <a:srgbClr val="F26B43"/>
          </p15:clr>
        </p15:guide>
        <p15:guide id="16" pos="5736" userDrawn="1">
          <p15:clr>
            <a:srgbClr val="F26B43"/>
          </p15:clr>
        </p15:guide>
        <p15:guide id="17" pos="5856" userDrawn="1">
          <p15:clr>
            <a:srgbClr val="F26B43"/>
          </p15:clr>
        </p15:guide>
        <p15:guide id="18" pos="6384" userDrawn="1">
          <p15:clr>
            <a:srgbClr val="F26B43"/>
          </p15:clr>
        </p15:guide>
        <p15:guide id="19" pos="6504" userDrawn="1">
          <p15:clr>
            <a:srgbClr val="F26B43"/>
          </p15:clr>
        </p15:guide>
        <p15:guide id="20" pos="7032" userDrawn="1">
          <p15:clr>
            <a:srgbClr val="F26B43"/>
          </p15:clr>
        </p15:guide>
        <p15:guide id="21" orient="horz" pos="288" userDrawn="1">
          <p15:clr>
            <a:srgbClr val="F26B43"/>
          </p15:clr>
        </p15:guide>
        <p15:guide id="22" orient="horz" pos="1128" userDrawn="1">
          <p15:clr>
            <a:srgbClr val="F26B43"/>
          </p15:clr>
        </p15:guide>
        <p15:guide id="23" orient="horz" pos="1248" userDrawn="1">
          <p15:clr>
            <a:srgbClr val="F26B43"/>
          </p15:clr>
        </p15:guide>
        <p15:guide id="24" orient="horz" pos="2088" userDrawn="1">
          <p15:clr>
            <a:srgbClr val="F26B43"/>
          </p15:clr>
        </p15:guide>
        <p15:guide id="25" orient="horz" pos="2232" userDrawn="1">
          <p15:clr>
            <a:srgbClr val="F26B43"/>
          </p15:clr>
        </p15:guide>
        <p15:guide id="26" orient="horz" pos="3048" userDrawn="1">
          <p15:clr>
            <a:srgbClr val="F26B43"/>
          </p15:clr>
        </p15:guide>
        <p15:guide id="27" orient="horz" pos="3192" userDrawn="1">
          <p15:clr>
            <a:srgbClr val="F26B43"/>
          </p15:clr>
        </p15:guide>
        <p15:guide id="28" orient="horz" pos="403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hyperlink" Target="https://docs.google.com/document/d/12s39QphZCqI2fNi10Fn75cl3F_Hr7o2-yk-cU4C_LTc/edit" TargetMode="External"/><Relationship Id="rId7" Type="http://schemas.openxmlformats.org/officeDocument/2006/relationships/hyperlink" Target="https://uxdesign.cc/the-psychology-of-why-social-media-is-so-addictive-67830266657d" TargetMode="External"/><Relationship Id="rId2" Type="http://schemas.openxmlformats.org/officeDocument/2006/relationships/hyperlink" Target="http://www.integrativehealthpartners.org/downloads/ACTmeasures.pdf#page=61" TargetMode="External"/><Relationship Id="rId1" Type="http://schemas.openxmlformats.org/officeDocument/2006/relationships/slideLayout" Target="../slideLayouts/slideLayout10.xml"/><Relationship Id="rId6" Type="http://schemas.openxmlformats.org/officeDocument/2006/relationships/hyperlink" Target="https://cyberpsychology.eu/article/view/11562/10369" TargetMode="External"/><Relationship Id="rId5" Type="http://schemas.openxmlformats.org/officeDocument/2006/relationships/hyperlink" Target="https://www.researchgate.net/publication/271880765_" TargetMode="External"/><Relationship Id="rId4" Type="http://schemas.openxmlformats.org/officeDocument/2006/relationships/hyperlink" Target="https://osf.io/jcwb9/download"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27A48A35-E5E4-4A5F-9F91-BAEA4F5DF21D}"/>
              </a:ext>
            </a:extLst>
          </p:cNvPr>
          <p:cNvSpPr>
            <a:spLocks noGrp="1"/>
          </p:cNvSpPr>
          <p:nvPr>
            <p:ph idx="4294967295"/>
          </p:nvPr>
        </p:nvSpPr>
        <p:spPr>
          <a:xfrm>
            <a:off x="6913079" y="4631636"/>
            <a:ext cx="3523423" cy="1586991"/>
          </a:xfrm>
        </p:spPr>
        <p:txBody>
          <a:bodyPr>
            <a:normAutofit fontScale="85000" lnSpcReduction="10000"/>
          </a:bodyPr>
          <a:lstStyle/>
          <a:p>
            <a:pPr>
              <a:lnSpc>
                <a:spcPct val="140000"/>
              </a:lnSpc>
            </a:pPr>
            <a:r>
              <a:rPr lang="en-US" sz="2000" dirty="0">
                <a:solidFill>
                  <a:srgbClr val="C0C9C2">
                    <a:lumMod val="50000"/>
                  </a:srgbClr>
                </a:solidFill>
              </a:rPr>
              <a:t>Bhavya, Gargi and Maryam </a:t>
            </a:r>
          </a:p>
          <a:p>
            <a:pPr>
              <a:lnSpc>
                <a:spcPct val="140000"/>
              </a:lnSpc>
            </a:pPr>
            <a:r>
              <a:rPr lang="en-US" sz="2000" dirty="0">
                <a:solidFill>
                  <a:srgbClr val="C0C9C2">
                    <a:lumMod val="50000"/>
                  </a:srgbClr>
                </a:solidFill>
              </a:rPr>
              <a:t>Research Writing</a:t>
            </a:r>
          </a:p>
          <a:p>
            <a:pPr>
              <a:lnSpc>
                <a:spcPct val="140000"/>
              </a:lnSpc>
            </a:pPr>
            <a:r>
              <a:rPr lang="en-US" sz="2000" dirty="0">
                <a:solidFill>
                  <a:srgbClr val="C0C9C2">
                    <a:lumMod val="50000"/>
                  </a:srgbClr>
                </a:solidFill>
              </a:rPr>
              <a:t>Mentored by: Amrita Ma’am</a:t>
            </a:r>
          </a:p>
          <a:p>
            <a:pPr>
              <a:lnSpc>
                <a:spcPct val="140000"/>
              </a:lnSpc>
            </a:pPr>
            <a:endParaRPr lang="en-US" sz="2000" dirty="0">
              <a:solidFill>
                <a:srgbClr val="C0C9C2">
                  <a:lumMod val="50000"/>
                </a:srgbClr>
              </a:solidFill>
            </a:endParaRPr>
          </a:p>
        </p:txBody>
      </p:sp>
      <p:sp>
        <p:nvSpPr>
          <p:cNvPr id="27" name="Date Placeholder 5">
            <a:extLst>
              <a:ext uri="{FF2B5EF4-FFF2-40B4-BE49-F238E27FC236}">
                <a16:creationId xmlns:a16="http://schemas.microsoft.com/office/drawing/2014/main" id="{77F1FAD8-1C16-4E41-9418-010352A5027B}"/>
              </a:ext>
            </a:extLst>
          </p:cNvPr>
          <p:cNvSpPr>
            <a:spLocks noGrp="1"/>
          </p:cNvSpPr>
          <p:nvPr>
            <p:ph type="dt" sz="half" idx="2"/>
          </p:nvPr>
        </p:nvSpPr>
        <p:spPr>
          <a:xfrm>
            <a:off x="133350" y="6486982"/>
            <a:ext cx="2743200" cy="365125"/>
          </a:xfrm>
        </p:spPr>
        <p:txBody>
          <a:bodyPr/>
          <a:lstStyle/>
          <a:p>
            <a:pPr>
              <a:spcAft>
                <a:spcPts val="600"/>
              </a:spcAft>
            </a:pPr>
            <a:fld id="{E199D1A0-04AB-4DD4-B9DB-BDEC5E64C94C}" type="datetime1">
              <a:rPr lang="en-US" smtClean="0"/>
              <a:pPr>
                <a:spcAft>
                  <a:spcPts val="600"/>
                </a:spcAft>
              </a:pPr>
              <a:t>3/27/26</a:t>
            </a:fld>
            <a:endParaRPr lang="en-US" dirty="0"/>
          </a:p>
        </p:txBody>
      </p:sp>
      <p:sp>
        <p:nvSpPr>
          <p:cNvPr id="29" name="Slide Number Placeholder 6">
            <a:extLst>
              <a:ext uri="{FF2B5EF4-FFF2-40B4-BE49-F238E27FC236}">
                <a16:creationId xmlns:a16="http://schemas.microsoft.com/office/drawing/2014/main" id="{A53A5C9A-61E2-4118-A288-2967BEC2AD29}"/>
              </a:ext>
            </a:extLst>
          </p:cNvPr>
          <p:cNvSpPr>
            <a:spLocks noGrp="1"/>
          </p:cNvSpPr>
          <p:nvPr>
            <p:ph type="sldNum" sz="quarter" idx="4"/>
          </p:nvPr>
        </p:nvSpPr>
        <p:spPr>
          <a:xfrm>
            <a:off x="9315450" y="6486982"/>
            <a:ext cx="2743200" cy="365125"/>
          </a:xfrm>
        </p:spPr>
        <p:txBody>
          <a:bodyPr/>
          <a:lstStyle/>
          <a:p>
            <a:pPr>
              <a:spcAft>
                <a:spcPts val="600"/>
              </a:spcAft>
            </a:pPr>
            <a:fld id="{294A09A9-5501-47C1-A89A-A340965A2BE2}" type="slidenum">
              <a:rPr lang="en-US" smtClean="0"/>
              <a:pPr>
                <a:spcAft>
                  <a:spcPts val="600"/>
                </a:spcAft>
              </a:pPr>
              <a:t>1</a:t>
            </a:fld>
            <a:endParaRPr lang="en-US" dirty="0"/>
          </a:p>
        </p:txBody>
      </p:sp>
      <p:sp>
        <p:nvSpPr>
          <p:cNvPr id="4" name="Title 3">
            <a:extLst>
              <a:ext uri="{FF2B5EF4-FFF2-40B4-BE49-F238E27FC236}">
                <a16:creationId xmlns:a16="http://schemas.microsoft.com/office/drawing/2014/main" id="{88467C95-DF23-40B9-B265-2E6F3DE29030}"/>
              </a:ext>
            </a:extLst>
          </p:cNvPr>
          <p:cNvSpPr>
            <a:spLocks noGrp="1"/>
          </p:cNvSpPr>
          <p:nvPr>
            <p:ph type="title"/>
          </p:nvPr>
        </p:nvSpPr>
        <p:spPr>
          <a:xfrm>
            <a:off x="4959627" y="248478"/>
            <a:ext cx="6867938" cy="4383158"/>
          </a:xfrm>
        </p:spPr>
        <p:txBody>
          <a:bodyPr anchor="ctr">
            <a:noAutofit/>
          </a:bodyPr>
          <a:lstStyle/>
          <a:p>
            <a:r>
              <a:rPr lang="en-US" sz="4500" dirty="0"/>
              <a:t>Does Instagram impact negatively on the mental health of teenagers and young adults?</a:t>
            </a:r>
          </a:p>
        </p:txBody>
      </p:sp>
      <p:pic>
        <p:nvPicPr>
          <p:cNvPr id="42" name="Picture 41" descr="Text&#10;&#10;Description automatically generated with low confidence">
            <a:extLst>
              <a:ext uri="{FF2B5EF4-FFF2-40B4-BE49-F238E27FC236}">
                <a16:creationId xmlns:a16="http://schemas.microsoft.com/office/drawing/2014/main" id="{866FF9EE-9459-432F-89B1-625D7AD530BD}"/>
              </a:ext>
            </a:extLst>
          </p:cNvPr>
          <p:cNvPicPr>
            <a:picLocks noChangeAspect="1"/>
          </p:cNvPicPr>
          <p:nvPr/>
        </p:nvPicPr>
        <p:blipFill rotWithShape="1">
          <a:blip r:embed="rId3"/>
          <a:srcRect l="769" r="3243"/>
          <a:stretch/>
        </p:blipFill>
        <p:spPr>
          <a:xfrm>
            <a:off x="763" y="0"/>
            <a:ext cx="4738342" cy="685800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Date Placeholder 37">
            <a:extLst>
              <a:ext uri="{FF2B5EF4-FFF2-40B4-BE49-F238E27FC236}">
                <a16:creationId xmlns:a16="http://schemas.microsoft.com/office/drawing/2014/main" id="{44BB509D-E79A-48CF-9C7A-2B385FD379AF}"/>
              </a:ext>
            </a:extLst>
          </p:cNvPr>
          <p:cNvSpPr>
            <a:spLocks noGrp="1"/>
          </p:cNvSpPr>
          <p:nvPr>
            <p:ph type="dt" sz="half" idx="2"/>
          </p:nvPr>
        </p:nvSpPr>
        <p:spPr/>
        <p:txBody>
          <a:bodyPr/>
          <a:lstStyle/>
          <a:p>
            <a:fld id="{478CD27B-109C-41C9-9CF4-85F532F66BBB}" type="datetime1">
              <a:rPr lang="en-US" smtClean="0"/>
              <a:t>3/27/26</a:t>
            </a:fld>
            <a:endParaRPr lang="en-US" dirty="0"/>
          </a:p>
        </p:txBody>
      </p:sp>
      <p:sp>
        <p:nvSpPr>
          <p:cNvPr id="39" name="Slide Number Placeholder 38">
            <a:extLst>
              <a:ext uri="{FF2B5EF4-FFF2-40B4-BE49-F238E27FC236}">
                <a16:creationId xmlns:a16="http://schemas.microsoft.com/office/drawing/2014/main" id="{25AC8E0E-F9A1-4D3C-8AB5-4C215FD5C66A}"/>
              </a:ext>
            </a:extLst>
          </p:cNvPr>
          <p:cNvSpPr>
            <a:spLocks noGrp="1"/>
          </p:cNvSpPr>
          <p:nvPr>
            <p:ph type="sldNum" sz="quarter" idx="4"/>
          </p:nvPr>
        </p:nvSpPr>
        <p:spPr/>
        <p:txBody>
          <a:bodyPr/>
          <a:lstStyle/>
          <a:p>
            <a:fld id="{294A09A9-5501-47C1-A89A-A340965A2BE2}" type="slidenum">
              <a:rPr lang="en-US" smtClean="0"/>
              <a:pPr/>
              <a:t>2</a:t>
            </a:fld>
            <a:endParaRPr lang="en-US" dirty="0"/>
          </a:p>
        </p:txBody>
      </p:sp>
      <p:sp>
        <p:nvSpPr>
          <p:cNvPr id="14" name="Title 17">
            <a:extLst>
              <a:ext uri="{FF2B5EF4-FFF2-40B4-BE49-F238E27FC236}">
                <a16:creationId xmlns:a16="http://schemas.microsoft.com/office/drawing/2014/main" id="{868A9CF0-F57C-4690-8A51-9ADFFD5F9F85}"/>
              </a:ext>
            </a:extLst>
          </p:cNvPr>
          <p:cNvSpPr>
            <a:spLocks noGrp="1"/>
          </p:cNvSpPr>
          <p:nvPr>
            <p:ph type="title"/>
          </p:nvPr>
        </p:nvSpPr>
        <p:spPr>
          <a:xfrm>
            <a:off x="850068" y="359584"/>
            <a:ext cx="3935647" cy="1340615"/>
          </a:xfrm>
        </p:spPr>
        <p:txBody>
          <a:bodyPr/>
          <a:lstStyle/>
          <a:p>
            <a:r>
              <a:rPr lang="en-US" sz="4500" dirty="0"/>
              <a:t>Abstract</a:t>
            </a:r>
          </a:p>
        </p:txBody>
      </p:sp>
      <p:sp>
        <p:nvSpPr>
          <p:cNvPr id="10" name="Title 17">
            <a:extLst>
              <a:ext uri="{FF2B5EF4-FFF2-40B4-BE49-F238E27FC236}">
                <a16:creationId xmlns:a16="http://schemas.microsoft.com/office/drawing/2014/main" id="{A8DD7DB8-AA0C-4E5B-B04A-660867F7086E}"/>
              </a:ext>
            </a:extLst>
          </p:cNvPr>
          <p:cNvSpPr txBox="1">
            <a:spLocks/>
          </p:cNvSpPr>
          <p:nvPr/>
        </p:nvSpPr>
        <p:spPr>
          <a:xfrm>
            <a:off x="850069" y="368421"/>
            <a:ext cx="3935647" cy="134061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7200" kern="1200" dirty="0">
                <a:solidFill>
                  <a:schemeClr val="accent2">
                    <a:lumMod val="50000"/>
                  </a:schemeClr>
                </a:solidFill>
                <a:latin typeface="+mn-lt"/>
                <a:ea typeface="+mn-ea"/>
                <a:cs typeface="+mn-cs"/>
              </a:defRPr>
            </a:lvl1pPr>
          </a:lstStyle>
          <a:p>
            <a:endParaRPr lang="en-IN" sz="4500" dirty="0"/>
          </a:p>
        </p:txBody>
      </p:sp>
      <p:pic>
        <p:nvPicPr>
          <p:cNvPr id="16" name="Picture Placeholder 19" descr="yellow flowers&#10;">
            <a:extLst>
              <a:ext uri="{FF2B5EF4-FFF2-40B4-BE49-F238E27FC236}">
                <a16:creationId xmlns:a16="http://schemas.microsoft.com/office/drawing/2014/main" id="{EE27DAF0-B672-4CCE-8C6D-FABBCD584CB4}"/>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028700" y="2929920"/>
            <a:ext cx="3924300" cy="3945835"/>
          </a:xfrm>
          <a:prstGeom prst="rect">
            <a:avLst/>
          </a:prstGeom>
          <a:ln>
            <a:noFill/>
          </a:ln>
        </p:spPr>
      </p:pic>
      <p:sp>
        <p:nvSpPr>
          <p:cNvPr id="18" name="Content Placeholder 2">
            <a:extLst>
              <a:ext uri="{FF2B5EF4-FFF2-40B4-BE49-F238E27FC236}">
                <a16:creationId xmlns:a16="http://schemas.microsoft.com/office/drawing/2014/main" id="{709C896D-90B1-4387-956E-FE2F93BC561A}"/>
              </a:ext>
            </a:extLst>
          </p:cNvPr>
          <p:cNvSpPr txBox="1">
            <a:spLocks/>
          </p:cNvSpPr>
          <p:nvPr/>
        </p:nvSpPr>
        <p:spPr>
          <a:xfrm>
            <a:off x="5592932" y="1038728"/>
            <a:ext cx="6054571" cy="5051393"/>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500" dirty="0">
                <a:solidFill>
                  <a:schemeClr val="accent2">
                    <a:lumMod val="50000"/>
                  </a:schemeClr>
                </a:solidFill>
              </a:rPr>
              <a:t>This research is conducted to examine the addiction of social media, especially Instagram and the impact of Instagram on the mental health of teenagers and young adults.</a:t>
            </a:r>
          </a:p>
          <a:p>
            <a:pPr marL="0" indent="0">
              <a:buNone/>
            </a:pPr>
            <a:r>
              <a:rPr lang="en-US" sz="1500" dirty="0">
                <a:solidFill>
                  <a:schemeClr val="accent2">
                    <a:lumMod val="50000"/>
                  </a:schemeClr>
                </a:solidFill>
              </a:rPr>
              <a:t>We have worked on primary data acquired through a questionnaire consisting questions regarding mental health- self-esteem, loneliness and Instagram addiction.</a:t>
            </a:r>
          </a:p>
          <a:p>
            <a:pPr marL="0" indent="0">
              <a:buNone/>
            </a:pPr>
            <a:r>
              <a:rPr lang="en-US" sz="1500" dirty="0">
                <a:solidFill>
                  <a:schemeClr val="accent2">
                    <a:lumMod val="50000"/>
                  </a:schemeClr>
                </a:solidFill>
              </a:rPr>
              <a:t>We’ve used a sample of 20 individuals of the age group 16-21.</a:t>
            </a:r>
          </a:p>
          <a:p>
            <a:pPr marL="0" indent="0">
              <a:buNone/>
            </a:pPr>
            <a:r>
              <a:rPr lang="en-US" sz="1500" dirty="0">
                <a:solidFill>
                  <a:schemeClr val="accent2">
                    <a:lumMod val="50000"/>
                  </a:schemeClr>
                </a:solidFill>
              </a:rPr>
              <a:t>We plan to test the association of Instagram usage to self-esteem and loneliness and investigate if it affects the two negatively.</a:t>
            </a:r>
          </a:p>
          <a:p>
            <a:pPr marL="0" indent="0">
              <a:buNone/>
            </a:pPr>
            <a:r>
              <a:rPr lang="en-US" sz="1500" dirty="0">
                <a:solidFill>
                  <a:schemeClr val="accent2">
                    <a:lumMod val="50000"/>
                  </a:schemeClr>
                </a:solidFill>
              </a:rPr>
              <a:t>It is hypothesized that Instagram has a negative impact on self esteem and loneliness.</a:t>
            </a:r>
          </a:p>
        </p:txBody>
      </p:sp>
    </p:spTree>
    <p:extLst>
      <p:ext uri="{BB962C8B-B14F-4D97-AF65-F5344CB8AC3E}">
        <p14:creationId xmlns:p14="http://schemas.microsoft.com/office/powerpoint/2010/main" val="14011670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B10C7A9E-B1D7-4285-8DD5-D28AFDC7B4F8}"/>
              </a:ext>
            </a:extLst>
          </p:cNvPr>
          <p:cNvSpPr>
            <a:spLocks noGrp="1"/>
          </p:cNvSpPr>
          <p:nvPr>
            <p:ph type="dt" sz="half" idx="2"/>
          </p:nvPr>
        </p:nvSpPr>
        <p:spPr>
          <a:xfrm>
            <a:off x="133350" y="6486982"/>
            <a:ext cx="2743200" cy="365125"/>
          </a:xfrm>
        </p:spPr>
        <p:txBody>
          <a:bodyPr anchor="ctr">
            <a:normAutofit/>
          </a:bodyPr>
          <a:lstStyle/>
          <a:p>
            <a:pPr>
              <a:spcAft>
                <a:spcPts val="600"/>
              </a:spcAft>
            </a:pPr>
            <a:fld id="{5AF05980-54E0-4F3D-BAF3-4CE06FA77025}" type="datetime1">
              <a:rPr lang="en-US" smtClean="0"/>
              <a:pPr>
                <a:spcAft>
                  <a:spcPts val="600"/>
                </a:spcAft>
              </a:pPr>
              <a:t>3/27/26</a:t>
            </a:fld>
            <a:endParaRPr lang="en-US" dirty="0"/>
          </a:p>
        </p:txBody>
      </p:sp>
      <p:sp>
        <p:nvSpPr>
          <p:cNvPr id="9" name="Slide Number Placeholder 8">
            <a:extLst>
              <a:ext uri="{FF2B5EF4-FFF2-40B4-BE49-F238E27FC236}">
                <a16:creationId xmlns:a16="http://schemas.microsoft.com/office/drawing/2014/main" id="{AA7B234E-FE17-4087-92FD-3802CA26E967}"/>
              </a:ext>
            </a:extLst>
          </p:cNvPr>
          <p:cNvSpPr>
            <a:spLocks noGrp="1"/>
          </p:cNvSpPr>
          <p:nvPr>
            <p:ph type="sldNum" sz="quarter" idx="4"/>
          </p:nvPr>
        </p:nvSpPr>
        <p:spPr>
          <a:xfrm>
            <a:off x="9315450" y="6486982"/>
            <a:ext cx="2743200" cy="365125"/>
          </a:xfrm>
        </p:spPr>
        <p:txBody>
          <a:bodyPr anchor="ctr">
            <a:normAutofit/>
          </a:bodyPr>
          <a:lstStyle/>
          <a:p>
            <a:pPr>
              <a:spcAft>
                <a:spcPts val="600"/>
              </a:spcAft>
            </a:pPr>
            <a:fld id="{294A09A9-5501-47C1-A89A-A340965A2BE2}" type="slidenum">
              <a:rPr lang="en-US" smtClean="0"/>
              <a:pPr>
                <a:spcAft>
                  <a:spcPts val="600"/>
                </a:spcAft>
              </a:pPr>
              <a:t>3</a:t>
            </a:fld>
            <a:endParaRPr lang="en-US" dirty="0"/>
          </a:p>
        </p:txBody>
      </p:sp>
      <p:sp>
        <p:nvSpPr>
          <p:cNvPr id="14" name="Title 13">
            <a:extLst>
              <a:ext uri="{FF2B5EF4-FFF2-40B4-BE49-F238E27FC236}">
                <a16:creationId xmlns:a16="http://schemas.microsoft.com/office/drawing/2014/main" id="{BEC46ADB-55E5-43DA-8E91-C49412A33045}"/>
              </a:ext>
            </a:extLst>
          </p:cNvPr>
          <p:cNvSpPr>
            <a:spLocks noGrp="1"/>
          </p:cNvSpPr>
          <p:nvPr>
            <p:ph type="title"/>
          </p:nvPr>
        </p:nvSpPr>
        <p:spPr>
          <a:xfrm>
            <a:off x="854074" y="122239"/>
            <a:ext cx="10499725" cy="1355724"/>
          </a:xfrm>
        </p:spPr>
        <p:txBody>
          <a:bodyPr anchor="ctr">
            <a:normAutofit/>
          </a:bodyPr>
          <a:lstStyle/>
          <a:p>
            <a:r>
              <a:rPr lang="en-US" dirty="0"/>
              <a:t>Content</a:t>
            </a:r>
          </a:p>
        </p:txBody>
      </p:sp>
      <p:graphicFrame>
        <p:nvGraphicFramePr>
          <p:cNvPr id="18" name="Text Placeholder 1">
            <a:extLst>
              <a:ext uri="{FF2B5EF4-FFF2-40B4-BE49-F238E27FC236}">
                <a16:creationId xmlns:a16="http://schemas.microsoft.com/office/drawing/2014/main" id="{4BDD39CC-3AEC-4102-B80A-BB0D8DBFF187}"/>
              </a:ext>
            </a:extLst>
          </p:cNvPr>
          <p:cNvGraphicFramePr/>
          <p:nvPr>
            <p:extLst>
              <p:ext uri="{D42A27DB-BD31-4B8C-83A1-F6EECF244321}">
                <p14:modId xmlns:p14="http://schemas.microsoft.com/office/powerpoint/2010/main" val="561796201"/>
              </p:ext>
            </p:extLst>
          </p:nvPr>
        </p:nvGraphicFramePr>
        <p:xfrm>
          <a:off x="983299" y="1626057"/>
          <a:ext cx="10241273" cy="45390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655168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8" name="Date Placeholder 37">
            <a:extLst>
              <a:ext uri="{FF2B5EF4-FFF2-40B4-BE49-F238E27FC236}">
                <a16:creationId xmlns:a16="http://schemas.microsoft.com/office/drawing/2014/main" id="{44BB509D-E79A-48CF-9C7A-2B385FD379AF}"/>
              </a:ext>
            </a:extLst>
          </p:cNvPr>
          <p:cNvSpPr>
            <a:spLocks noGrp="1"/>
          </p:cNvSpPr>
          <p:nvPr>
            <p:ph type="dt" sz="half" idx="2"/>
          </p:nvPr>
        </p:nvSpPr>
        <p:spPr/>
        <p:txBody>
          <a:bodyPr/>
          <a:lstStyle/>
          <a:p>
            <a:fld id="{478CD27B-109C-41C9-9CF4-85F532F66BBB}" type="datetime1">
              <a:rPr lang="en-US" smtClean="0"/>
              <a:t>3/27/26</a:t>
            </a:fld>
            <a:endParaRPr lang="en-US" dirty="0"/>
          </a:p>
        </p:txBody>
      </p:sp>
      <p:sp>
        <p:nvSpPr>
          <p:cNvPr id="39" name="Slide Number Placeholder 38">
            <a:extLst>
              <a:ext uri="{FF2B5EF4-FFF2-40B4-BE49-F238E27FC236}">
                <a16:creationId xmlns:a16="http://schemas.microsoft.com/office/drawing/2014/main" id="{25AC8E0E-F9A1-4D3C-8AB5-4C215FD5C66A}"/>
              </a:ext>
            </a:extLst>
          </p:cNvPr>
          <p:cNvSpPr>
            <a:spLocks noGrp="1"/>
          </p:cNvSpPr>
          <p:nvPr>
            <p:ph type="sldNum" sz="quarter" idx="4"/>
          </p:nvPr>
        </p:nvSpPr>
        <p:spPr/>
        <p:txBody>
          <a:bodyPr/>
          <a:lstStyle/>
          <a:p>
            <a:fld id="{294A09A9-5501-47C1-A89A-A340965A2BE2}" type="slidenum">
              <a:rPr lang="en-US" smtClean="0"/>
              <a:pPr/>
              <a:t>4</a:t>
            </a:fld>
            <a:endParaRPr lang="en-US" dirty="0"/>
          </a:p>
        </p:txBody>
      </p:sp>
      <p:sp>
        <p:nvSpPr>
          <p:cNvPr id="13" name="Text Placeholder 24">
            <a:extLst>
              <a:ext uri="{FF2B5EF4-FFF2-40B4-BE49-F238E27FC236}">
                <a16:creationId xmlns:a16="http://schemas.microsoft.com/office/drawing/2014/main" id="{973E0904-0DA2-4DA1-9B72-4331F0C03105}"/>
              </a:ext>
            </a:extLst>
          </p:cNvPr>
          <p:cNvSpPr txBox="1">
            <a:spLocks/>
          </p:cNvSpPr>
          <p:nvPr/>
        </p:nvSpPr>
        <p:spPr>
          <a:xfrm>
            <a:off x="-29108" y="-270771"/>
            <a:ext cx="850067" cy="641525"/>
          </a:xfrm>
          <a:prstGeom prst="rect">
            <a:avLst/>
          </a:prstGeom>
        </p:spPr>
        <p:txBody>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b="1">
                <a:solidFill>
                  <a:schemeClr val="bg1"/>
                </a:solidFill>
              </a:rPr>
              <a:t>01</a:t>
            </a:r>
            <a:endParaRPr lang="en-US" b="1" dirty="0">
              <a:solidFill>
                <a:schemeClr val="bg1"/>
              </a:solidFill>
            </a:endParaRPr>
          </a:p>
        </p:txBody>
      </p:sp>
      <p:sp>
        <p:nvSpPr>
          <p:cNvPr id="14" name="Title 17">
            <a:extLst>
              <a:ext uri="{FF2B5EF4-FFF2-40B4-BE49-F238E27FC236}">
                <a16:creationId xmlns:a16="http://schemas.microsoft.com/office/drawing/2014/main" id="{868A9CF0-F57C-4690-8A51-9ADFFD5F9F85}"/>
              </a:ext>
            </a:extLst>
          </p:cNvPr>
          <p:cNvSpPr>
            <a:spLocks noGrp="1"/>
          </p:cNvSpPr>
          <p:nvPr>
            <p:ph type="title"/>
          </p:nvPr>
        </p:nvSpPr>
        <p:spPr>
          <a:xfrm>
            <a:off x="850067" y="368421"/>
            <a:ext cx="3935647" cy="1340615"/>
          </a:xfrm>
        </p:spPr>
        <p:txBody>
          <a:bodyPr/>
          <a:lstStyle/>
          <a:p>
            <a:r>
              <a:rPr lang="en-US" sz="4500"/>
              <a:t>Introduction</a:t>
            </a:r>
            <a:endParaRPr lang="en-US" sz="4500" dirty="0"/>
          </a:p>
        </p:txBody>
      </p:sp>
      <p:sp>
        <p:nvSpPr>
          <p:cNvPr id="15" name="Content Placeholder 2">
            <a:extLst>
              <a:ext uri="{FF2B5EF4-FFF2-40B4-BE49-F238E27FC236}">
                <a16:creationId xmlns:a16="http://schemas.microsoft.com/office/drawing/2014/main" id="{3A062D2A-5D7C-4C81-A9A8-7B3879236262}"/>
              </a:ext>
            </a:extLst>
          </p:cNvPr>
          <p:cNvSpPr txBox="1">
            <a:spLocks/>
          </p:cNvSpPr>
          <p:nvPr/>
        </p:nvSpPr>
        <p:spPr>
          <a:xfrm>
            <a:off x="395925" y="1783497"/>
            <a:ext cx="6614475" cy="4978693"/>
          </a:xfrm>
          <a:prstGeom prst="rect">
            <a:avLst/>
          </a:prstGeom>
        </p:spPr>
        <p:txBody>
          <a:bodyPr>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dirty="0">
                <a:solidFill>
                  <a:schemeClr val="accent2">
                    <a:lumMod val="50000"/>
                  </a:schemeClr>
                </a:solidFill>
              </a:rPr>
              <a:t>In the light of rapid proliferation of social media apps, Instagram is the new Facebook for teenagers and young adults.</a:t>
            </a:r>
          </a:p>
          <a:p>
            <a:r>
              <a:rPr lang="en-US" sz="1500" dirty="0">
                <a:solidFill>
                  <a:schemeClr val="accent2">
                    <a:lumMod val="50000"/>
                  </a:schemeClr>
                </a:solidFill>
              </a:rPr>
              <a:t>Loneliness may be defined as "a state that reflects an individual's own perception of deficiencies in his or her network of social associations."</a:t>
            </a:r>
          </a:p>
          <a:p>
            <a:r>
              <a:rPr lang="en-US" sz="1500" dirty="0">
                <a:solidFill>
                  <a:schemeClr val="accent2">
                    <a:lumMod val="50000"/>
                  </a:schemeClr>
                </a:solidFill>
              </a:rPr>
              <a:t>Self-esteem clears as feelings of self-worth and self-respect </a:t>
            </a:r>
          </a:p>
          <a:p>
            <a:r>
              <a:rPr lang="en-US" sz="1500" dirty="0">
                <a:solidFill>
                  <a:schemeClr val="accent2">
                    <a:lumMod val="50000"/>
                  </a:schemeClr>
                </a:solidFill>
              </a:rPr>
              <a:t>As much as it is a source of communication, sharing memories and socializing; with the easy access to internet, it has become more and more addictive; to the extent that it has social, physical and mental impact on the users’ lives.</a:t>
            </a:r>
          </a:p>
        </p:txBody>
      </p:sp>
      <p:pic>
        <p:nvPicPr>
          <p:cNvPr id="17" name="Picture Placeholder 7" descr="Diagram&#10;&#10;Description automatically generated">
            <a:extLst>
              <a:ext uri="{FF2B5EF4-FFF2-40B4-BE49-F238E27FC236}">
                <a16:creationId xmlns:a16="http://schemas.microsoft.com/office/drawing/2014/main" id="{7A471FD8-1102-4CC9-8B84-122A17F002F0}"/>
              </a:ext>
            </a:extLst>
          </p:cNvPr>
          <p:cNvPicPr>
            <a:picLocks noGrp="1" noChangeAspect="1"/>
          </p:cNvPicPr>
          <p:nvPr>
            <p:ph type="pic" sz="quarter" idx="10"/>
          </p:nvPr>
        </p:nvPicPr>
        <p:blipFill>
          <a:blip r:embed="rId2"/>
          <a:srcRect t="3160" b="3160"/>
          <a:stretch>
            <a:fillRect/>
          </a:stretch>
        </p:blipFill>
        <p:spPr>
          <a:xfrm>
            <a:off x="7479597" y="457112"/>
            <a:ext cx="4230074" cy="2854803"/>
          </a:xfrm>
        </p:spPr>
      </p:pic>
      <p:pic>
        <p:nvPicPr>
          <p:cNvPr id="9" name="Picture 8" descr="A picture containing food&#10;&#10;Description automatically generated">
            <a:extLst>
              <a:ext uri="{FF2B5EF4-FFF2-40B4-BE49-F238E27FC236}">
                <a16:creationId xmlns:a16="http://schemas.microsoft.com/office/drawing/2014/main" id="{E38AC6EE-268F-4522-84FC-77EB80EBD5B5}"/>
              </a:ext>
            </a:extLst>
          </p:cNvPr>
          <p:cNvPicPr>
            <a:picLocks noChangeAspect="1"/>
          </p:cNvPicPr>
          <p:nvPr/>
        </p:nvPicPr>
        <p:blipFill>
          <a:blip r:embed="rId3"/>
          <a:stretch>
            <a:fillRect/>
          </a:stretch>
        </p:blipFill>
        <p:spPr>
          <a:xfrm>
            <a:off x="7566000" y="3546085"/>
            <a:ext cx="4230074" cy="2854803"/>
          </a:xfrm>
          <a:prstGeom prst="rect">
            <a:avLst/>
          </a:prstGeom>
        </p:spPr>
      </p:pic>
    </p:spTree>
    <p:extLst>
      <p:ext uri="{BB962C8B-B14F-4D97-AF65-F5344CB8AC3E}">
        <p14:creationId xmlns:p14="http://schemas.microsoft.com/office/powerpoint/2010/main" val="344939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8" name="Date Placeholder 37">
            <a:extLst>
              <a:ext uri="{FF2B5EF4-FFF2-40B4-BE49-F238E27FC236}">
                <a16:creationId xmlns:a16="http://schemas.microsoft.com/office/drawing/2014/main" id="{44BB509D-E79A-48CF-9C7A-2B385FD379AF}"/>
              </a:ext>
            </a:extLst>
          </p:cNvPr>
          <p:cNvSpPr>
            <a:spLocks noGrp="1"/>
          </p:cNvSpPr>
          <p:nvPr>
            <p:ph type="dt" sz="half" idx="2"/>
          </p:nvPr>
        </p:nvSpPr>
        <p:spPr/>
        <p:txBody>
          <a:bodyPr/>
          <a:lstStyle/>
          <a:p>
            <a:fld id="{478CD27B-109C-41C9-9CF4-85F532F66BBB}" type="datetime1">
              <a:rPr lang="en-US" smtClean="0"/>
              <a:t>3/27/26</a:t>
            </a:fld>
            <a:endParaRPr lang="en-US" dirty="0"/>
          </a:p>
        </p:txBody>
      </p:sp>
      <p:sp>
        <p:nvSpPr>
          <p:cNvPr id="39" name="Slide Number Placeholder 38">
            <a:extLst>
              <a:ext uri="{FF2B5EF4-FFF2-40B4-BE49-F238E27FC236}">
                <a16:creationId xmlns:a16="http://schemas.microsoft.com/office/drawing/2014/main" id="{25AC8E0E-F9A1-4D3C-8AB5-4C215FD5C66A}"/>
              </a:ext>
            </a:extLst>
          </p:cNvPr>
          <p:cNvSpPr>
            <a:spLocks noGrp="1"/>
          </p:cNvSpPr>
          <p:nvPr>
            <p:ph type="sldNum" sz="quarter" idx="4"/>
          </p:nvPr>
        </p:nvSpPr>
        <p:spPr/>
        <p:txBody>
          <a:bodyPr/>
          <a:lstStyle/>
          <a:p>
            <a:fld id="{294A09A9-5501-47C1-A89A-A340965A2BE2}" type="slidenum">
              <a:rPr lang="en-US" smtClean="0"/>
              <a:pPr/>
              <a:t>5</a:t>
            </a:fld>
            <a:endParaRPr lang="en-US" dirty="0"/>
          </a:p>
        </p:txBody>
      </p:sp>
      <p:sp>
        <p:nvSpPr>
          <p:cNvPr id="15" name="Title 17">
            <a:extLst>
              <a:ext uri="{FF2B5EF4-FFF2-40B4-BE49-F238E27FC236}">
                <a16:creationId xmlns:a16="http://schemas.microsoft.com/office/drawing/2014/main" id="{6EA654D2-86ED-4606-A329-F691040D1BCE}"/>
              </a:ext>
            </a:extLst>
          </p:cNvPr>
          <p:cNvSpPr>
            <a:spLocks noGrp="1"/>
          </p:cNvSpPr>
          <p:nvPr>
            <p:ph type="title"/>
          </p:nvPr>
        </p:nvSpPr>
        <p:spPr>
          <a:xfrm>
            <a:off x="850067" y="368421"/>
            <a:ext cx="6749218" cy="1340615"/>
          </a:xfrm>
        </p:spPr>
        <p:txBody>
          <a:bodyPr/>
          <a:lstStyle/>
          <a:p>
            <a:r>
              <a:rPr lang="en-IN" sz="4500" dirty="0"/>
              <a:t>Literature Review</a:t>
            </a:r>
          </a:p>
        </p:txBody>
      </p:sp>
      <p:sp>
        <p:nvSpPr>
          <p:cNvPr id="16" name="Content Placeholder 2">
            <a:extLst>
              <a:ext uri="{FF2B5EF4-FFF2-40B4-BE49-F238E27FC236}">
                <a16:creationId xmlns:a16="http://schemas.microsoft.com/office/drawing/2014/main" id="{390104F1-3330-4A90-89F4-3F3155355A7C}"/>
              </a:ext>
            </a:extLst>
          </p:cNvPr>
          <p:cNvSpPr txBox="1">
            <a:spLocks/>
          </p:cNvSpPr>
          <p:nvPr/>
        </p:nvSpPr>
        <p:spPr>
          <a:xfrm>
            <a:off x="2876550" y="1482570"/>
            <a:ext cx="9046346" cy="5004412"/>
          </a:xfrm>
          <a:prstGeom prst="rect">
            <a:avLst/>
          </a:prstGeom>
        </p:spPr>
        <p:txBody>
          <a:bodyPr>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300" dirty="0">
                <a:solidFill>
                  <a:schemeClr val="accent2">
                    <a:lumMod val="50000"/>
                  </a:schemeClr>
                </a:solidFill>
              </a:rPr>
              <a:t>With the rapid growth and development in the field of Information Technology and an easy access to the internet, individuals tend to be more and more dependent on social media, especially Instagram when it comes to young adults. A variety of studies have found correlations between increased use of social media and a bunch of mental health issues.</a:t>
            </a:r>
          </a:p>
          <a:p>
            <a:pPr marL="0" indent="0">
              <a:buNone/>
            </a:pPr>
            <a:r>
              <a:rPr lang="en-US" sz="1300" dirty="0">
                <a:solidFill>
                  <a:schemeClr val="accent2">
                    <a:lumMod val="50000"/>
                  </a:schemeClr>
                </a:solidFill>
              </a:rPr>
              <a:t>Loneliness is defined as “A social situation experienced by the individual as one where there is an unpleasant or inadmissible lack of certain relationships. Loneliness is a distressing, painful experience that humans want to avoid.</a:t>
            </a:r>
          </a:p>
          <a:p>
            <a:pPr marL="0" indent="0">
              <a:buNone/>
            </a:pPr>
            <a:r>
              <a:rPr lang="en-US" sz="1300" dirty="0">
                <a:solidFill>
                  <a:schemeClr val="accent2">
                    <a:lumMod val="50000"/>
                  </a:schemeClr>
                </a:solidFill>
              </a:rPr>
              <a:t>Self-esteem clears as feelings of self-worth and self-respect.</a:t>
            </a:r>
          </a:p>
          <a:p>
            <a:pPr marL="0" indent="0">
              <a:buNone/>
            </a:pPr>
            <a:r>
              <a:rPr lang="en-US" sz="1300" dirty="0">
                <a:solidFill>
                  <a:schemeClr val="accent2">
                    <a:lumMod val="50000"/>
                  </a:schemeClr>
                </a:solidFill>
              </a:rPr>
              <a:t>A study conducted by </a:t>
            </a:r>
            <a:r>
              <a:rPr lang="en-IN" sz="1300" dirty="0">
                <a:solidFill>
                  <a:schemeClr val="accent2">
                    <a:lumMod val="50000"/>
                  </a:schemeClr>
                </a:solidFill>
              </a:rPr>
              <a:t>Hou,Y., Xiong, D., Jiang, T., Song, L., &amp; Wang, Q. in 2019 was to investigate the </a:t>
            </a:r>
            <a:r>
              <a:rPr lang="en-US" sz="1300" dirty="0">
                <a:solidFill>
                  <a:schemeClr val="accent2">
                    <a:lumMod val="50000"/>
                  </a:schemeClr>
                </a:solidFill>
              </a:rPr>
              <a:t>Social media addiction: Its impact, mediation, and intervention. The results proved that higher usage of social media impacts negatively on the mental health of the users and further tested the effectiveness of intervention by creating two groups, control and experimental.</a:t>
            </a:r>
          </a:p>
          <a:p>
            <a:pPr marL="0" indent="0">
              <a:buNone/>
            </a:pPr>
            <a:r>
              <a:rPr lang="en-US" sz="1300" dirty="0">
                <a:solidFill>
                  <a:schemeClr val="accent2">
                    <a:lumMod val="50000"/>
                  </a:schemeClr>
                </a:solidFill>
              </a:rPr>
              <a:t>This study will narrow it down to one application, i.e., Instagram and investigate its impact on the self esteem and loneliness in teenagers and young adults.</a:t>
            </a:r>
          </a:p>
        </p:txBody>
      </p:sp>
      <p:sp>
        <p:nvSpPr>
          <p:cNvPr id="17" name="Text Placeholder 24">
            <a:extLst>
              <a:ext uri="{FF2B5EF4-FFF2-40B4-BE49-F238E27FC236}">
                <a16:creationId xmlns:a16="http://schemas.microsoft.com/office/drawing/2014/main" id="{C640CBB4-EF27-41B6-8642-E7F809AB9ADC}"/>
              </a:ext>
            </a:extLst>
          </p:cNvPr>
          <p:cNvSpPr txBox="1">
            <a:spLocks/>
          </p:cNvSpPr>
          <p:nvPr/>
        </p:nvSpPr>
        <p:spPr>
          <a:xfrm>
            <a:off x="0" y="-273104"/>
            <a:ext cx="850067" cy="641525"/>
          </a:xfrm>
          <a:prstGeom prst="rect">
            <a:avLst/>
          </a:prstGeom>
        </p:spPr>
        <p:txBody>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b="1" dirty="0">
                <a:solidFill>
                  <a:schemeClr val="bg1"/>
                </a:solidFill>
              </a:rPr>
              <a:t>02</a:t>
            </a:r>
            <a:endParaRPr lang="en-US" b="1" dirty="0">
              <a:solidFill>
                <a:schemeClr val="bg1"/>
              </a:solidFill>
            </a:endParaRPr>
          </a:p>
        </p:txBody>
      </p:sp>
      <p:pic>
        <p:nvPicPr>
          <p:cNvPr id="3" name="Picture 2" descr="Diagram&#10;&#10;Description automatically generated">
            <a:extLst>
              <a:ext uri="{FF2B5EF4-FFF2-40B4-BE49-F238E27FC236}">
                <a16:creationId xmlns:a16="http://schemas.microsoft.com/office/drawing/2014/main" id="{F171A0E1-A53E-4CC1-BF2D-1CF43474E085}"/>
              </a:ext>
            </a:extLst>
          </p:cNvPr>
          <p:cNvPicPr>
            <a:picLocks noChangeAspect="1"/>
          </p:cNvPicPr>
          <p:nvPr/>
        </p:nvPicPr>
        <p:blipFill rotWithShape="1">
          <a:blip r:embed="rId2"/>
          <a:srcRect l="6239" r="13336"/>
          <a:stretch/>
        </p:blipFill>
        <p:spPr>
          <a:xfrm>
            <a:off x="-2405" y="1340528"/>
            <a:ext cx="2743201" cy="5004412"/>
          </a:xfrm>
          <a:prstGeom prst="rect">
            <a:avLst/>
          </a:prstGeom>
        </p:spPr>
      </p:pic>
    </p:spTree>
    <p:extLst>
      <p:ext uri="{BB962C8B-B14F-4D97-AF65-F5344CB8AC3E}">
        <p14:creationId xmlns:p14="http://schemas.microsoft.com/office/powerpoint/2010/main" val="26263542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8" name="Date Placeholder 37">
            <a:extLst>
              <a:ext uri="{FF2B5EF4-FFF2-40B4-BE49-F238E27FC236}">
                <a16:creationId xmlns:a16="http://schemas.microsoft.com/office/drawing/2014/main" id="{44BB509D-E79A-48CF-9C7A-2B385FD379AF}"/>
              </a:ext>
            </a:extLst>
          </p:cNvPr>
          <p:cNvSpPr>
            <a:spLocks noGrp="1"/>
          </p:cNvSpPr>
          <p:nvPr>
            <p:ph type="dt" sz="half" idx="2"/>
          </p:nvPr>
        </p:nvSpPr>
        <p:spPr/>
        <p:txBody>
          <a:bodyPr/>
          <a:lstStyle/>
          <a:p>
            <a:fld id="{478CD27B-109C-41C9-9CF4-85F532F66BBB}" type="datetime1">
              <a:rPr lang="en-US" smtClean="0"/>
              <a:t>3/27/26</a:t>
            </a:fld>
            <a:endParaRPr lang="en-US" dirty="0"/>
          </a:p>
        </p:txBody>
      </p:sp>
      <p:sp>
        <p:nvSpPr>
          <p:cNvPr id="39" name="Slide Number Placeholder 38">
            <a:extLst>
              <a:ext uri="{FF2B5EF4-FFF2-40B4-BE49-F238E27FC236}">
                <a16:creationId xmlns:a16="http://schemas.microsoft.com/office/drawing/2014/main" id="{25AC8E0E-F9A1-4D3C-8AB5-4C215FD5C66A}"/>
              </a:ext>
            </a:extLst>
          </p:cNvPr>
          <p:cNvSpPr>
            <a:spLocks noGrp="1"/>
          </p:cNvSpPr>
          <p:nvPr>
            <p:ph type="sldNum" sz="quarter" idx="4"/>
          </p:nvPr>
        </p:nvSpPr>
        <p:spPr/>
        <p:txBody>
          <a:bodyPr/>
          <a:lstStyle/>
          <a:p>
            <a:fld id="{294A09A9-5501-47C1-A89A-A340965A2BE2}" type="slidenum">
              <a:rPr lang="en-US" smtClean="0"/>
              <a:pPr/>
              <a:t>6</a:t>
            </a:fld>
            <a:endParaRPr lang="en-US" dirty="0"/>
          </a:p>
        </p:txBody>
      </p:sp>
      <p:sp>
        <p:nvSpPr>
          <p:cNvPr id="11" name="Title 17">
            <a:extLst>
              <a:ext uri="{FF2B5EF4-FFF2-40B4-BE49-F238E27FC236}">
                <a16:creationId xmlns:a16="http://schemas.microsoft.com/office/drawing/2014/main" id="{BA21F84C-43BE-4690-BAC7-941B54E8E7E0}"/>
              </a:ext>
            </a:extLst>
          </p:cNvPr>
          <p:cNvSpPr>
            <a:spLocks noGrp="1"/>
          </p:cNvSpPr>
          <p:nvPr>
            <p:ph type="title"/>
          </p:nvPr>
        </p:nvSpPr>
        <p:spPr>
          <a:xfrm>
            <a:off x="847725" y="368421"/>
            <a:ext cx="6749218" cy="1340615"/>
          </a:xfrm>
        </p:spPr>
        <p:txBody>
          <a:bodyPr/>
          <a:lstStyle/>
          <a:p>
            <a:r>
              <a:rPr lang="en-IN" sz="4500" dirty="0"/>
              <a:t>Methodology</a:t>
            </a:r>
          </a:p>
        </p:txBody>
      </p:sp>
      <p:sp>
        <p:nvSpPr>
          <p:cNvPr id="16" name="Text Placeholder 24">
            <a:extLst>
              <a:ext uri="{FF2B5EF4-FFF2-40B4-BE49-F238E27FC236}">
                <a16:creationId xmlns:a16="http://schemas.microsoft.com/office/drawing/2014/main" id="{AE162681-7D97-49CD-9F31-A0E0CBA2221D}"/>
              </a:ext>
            </a:extLst>
          </p:cNvPr>
          <p:cNvSpPr txBox="1">
            <a:spLocks/>
          </p:cNvSpPr>
          <p:nvPr/>
        </p:nvSpPr>
        <p:spPr>
          <a:xfrm>
            <a:off x="0" y="-273104"/>
            <a:ext cx="850067" cy="641525"/>
          </a:xfrm>
          <a:prstGeom prst="rect">
            <a:avLst/>
          </a:prstGeom>
        </p:spPr>
        <p:txBody>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b="1" dirty="0">
                <a:solidFill>
                  <a:schemeClr val="bg1"/>
                </a:solidFill>
              </a:rPr>
              <a:t>03</a:t>
            </a:r>
            <a:endParaRPr lang="en-US" b="1" dirty="0">
              <a:solidFill>
                <a:schemeClr val="bg1"/>
              </a:solidFill>
            </a:endParaRPr>
          </a:p>
        </p:txBody>
      </p:sp>
      <p:cxnSp>
        <p:nvCxnSpPr>
          <p:cNvPr id="45" name="Straight Connector 44">
            <a:extLst>
              <a:ext uri="{FF2B5EF4-FFF2-40B4-BE49-F238E27FC236}">
                <a16:creationId xmlns:a16="http://schemas.microsoft.com/office/drawing/2014/main" id="{507C8730-9AB8-43AB-B51C-B1EC93CE7EA2}"/>
              </a:ext>
              <a:ext uri="{C183D7F6-B498-43B3-948B-1728B52AA6E4}">
                <adec:decorative xmlns:adec="http://schemas.microsoft.com/office/drawing/2017/decorative" val="1"/>
              </a:ext>
            </a:extLst>
          </p:cNvPr>
          <p:cNvCxnSpPr>
            <a:cxnSpLocks/>
            <a:endCxn id="67" idx="3"/>
          </p:cNvCxnSpPr>
          <p:nvPr/>
        </p:nvCxnSpPr>
        <p:spPr>
          <a:xfrm flipV="1">
            <a:off x="2203556" y="2636985"/>
            <a:ext cx="7567009" cy="40542"/>
          </a:xfrm>
          <a:prstGeom prst="line">
            <a:avLst/>
          </a:prstGeom>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F868F14D-43D6-4B74-AA40-767E3FE62838}"/>
              </a:ext>
              <a:ext uri="{C183D7F6-B498-43B3-948B-1728B52AA6E4}">
                <adec:decorative xmlns:adec="http://schemas.microsoft.com/office/drawing/2017/decorative" val="1"/>
              </a:ext>
            </a:extLst>
          </p:cNvPr>
          <p:cNvCxnSpPr>
            <a:cxnSpLocks/>
          </p:cNvCxnSpPr>
          <p:nvPr/>
        </p:nvCxnSpPr>
        <p:spPr>
          <a:xfrm flipV="1">
            <a:off x="2578245" y="2467708"/>
            <a:ext cx="9692499" cy="169278"/>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E9EBDD3E-18D3-4F7C-9BBF-CE37230A8BF3}"/>
              </a:ext>
              <a:ext uri="{C183D7F6-B498-43B3-948B-1728B52AA6E4}">
                <adec:decorative xmlns:adec="http://schemas.microsoft.com/office/drawing/2017/decorative" val="1"/>
              </a:ext>
            </a:extLst>
          </p:cNvPr>
          <p:cNvCxnSpPr>
            <a:cxnSpLocks/>
          </p:cNvCxnSpPr>
          <p:nvPr/>
        </p:nvCxnSpPr>
        <p:spPr>
          <a:xfrm>
            <a:off x="4083016" y="2650042"/>
            <a:ext cx="0" cy="100584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93310E06-92D7-4EFB-86CE-4DEE221AD07F}"/>
              </a:ext>
              <a:ext uri="{C183D7F6-B498-43B3-948B-1728B52AA6E4}">
                <adec:decorative xmlns:adec="http://schemas.microsoft.com/office/drawing/2017/decorative" val="1"/>
              </a:ext>
            </a:extLst>
          </p:cNvPr>
          <p:cNvCxnSpPr>
            <a:cxnSpLocks/>
          </p:cNvCxnSpPr>
          <p:nvPr/>
        </p:nvCxnSpPr>
        <p:spPr>
          <a:xfrm>
            <a:off x="6819155" y="2650042"/>
            <a:ext cx="0" cy="265176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FBAFE41-5389-46E3-B067-84B417CAF581}"/>
              </a:ext>
              <a:ext uri="{C183D7F6-B498-43B3-948B-1728B52AA6E4}">
                <adec:decorative xmlns:adec="http://schemas.microsoft.com/office/drawing/2017/decorative" val="1"/>
              </a:ext>
            </a:extLst>
          </p:cNvPr>
          <p:cNvCxnSpPr>
            <a:cxnSpLocks/>
          </p:cNvCxnSpPr>
          <p:nvPr/>
        </p:nvCxnSpPr>
        <p:spPr>
          <a:xfrm>
            <a:off x="9544949" y="2650042"/>
            <a:ext cx="0" cy="100584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E8EE8855-1A5A-4113-9B5B-2018DB2DC13C}"/>
              </a:ext>
              <a:ext uri="{C183D7F6-B498-43B3-948B-1728B52AA6E4}">
                <adec:decorative xmlns:adec="http://schemas.microsoft.com/office/drawing/2017/decorative" val="1"/>
              </a:ext>
            </a:extLst>
          </p:cNvPr>
          <p:cNvCxnSpPr>
            <a:cxnSpLocks/>
          </p:cNvCxnSpPr>
          <p:nvPr/>
        </p:nvCxnSpPr>
        <p:spPr>
          <a:xfrm>
            <a:off x="12270743" y="2650042"/>
            <a:ext cx="0" cy="265176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5C2B66C-6B6C-4FA4-8157-60054767AE32}"/>
              </a:ext>
              <a:ext uri="{C183D7F6-B498-43B3-948B-1728B52AA6E4}">
                <adec:decorative xmlns:adec="http://schemas.microsoft.com/office/drawing/2017/decorative" val="1"/>
              </a:ext>
            </a:extLst>
          </p:cNvPr>
          <p:cNvCxnSpPr>
            <a:cxnSpLocks/>
          </p:cNvCxnSpPr>
          <p:nvPr/>
        </p:nvCxnSpPr>
        <p:spPr>
          <a:xfrm flipV="1">
            <a:off x="2578244" y="2467707"/>
            <a:ext cx="9692499" cy="169278"/>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3E75C955-51B1-4AB8-984D-4695914EA17F}"/>
              </a:ext>
            </a:extLst>
          </p:cNvPr>
          <p:cNvSpPr txBox="1"/>
          <p:nvPr/>
        </p:nvSpPr>
        <p:spPr>
          <a:xfrm>
            <a:off x="3326743" y="5286162"/>
            <a:ext cx="2743200" cy="806759"/>
          </a:xfrm>
          <a:prstGeom prst="rect">
            <a:avLst/>
          </a:prstGeom>
          <a:noFill/>
        </p:spPr>
        <p:txBody>
          <a:bodyPr wrap="square" rIns="0" rtlCol="0">
            <a:spAutoFit/>
          </a:bodyPr>
          <a:lstStyle/>
          <a:p>
            <a:pPr algn="r"/>
            <a:r>
              <a:rPr lang="en-US" dirty="0">
                <a:solidFill>
                  <a:schemeClr val="accent2">
                    <a:lumMod val="50000"/>
                  </a:schemeClr>
                </a:solidFill>
                <a:cs typeface="Biome Light" panose="020B0303030204020804" pitchFamily="34" charset="0"/>
              </a:rPr>
              <a:t>Response Analysis</a:t>
            </a:r>
          </a:p>
          <a:p>
            <a:pPr algn="r">
              <a:lnSpc>
                <a:spcPct val="150000"/>
              </a:lnSpc>
            </a:pPr>
            <a:r>
              <a:rPr lang="en-US" sz="1000" b="0" i="0" u="none" strike="noStrike" dirty="0">
                <a:solidFill>
                  <a:schemeClr val="accent2">
                    <a:lumMod val="50000"/>
                  </a:schemeClr>
                </a:solidFill>
                <a:effectLst/>
                <a:cs typeface="Biome Light" panose="020B0303030204020804" pitchFamily="34" charset="0"/>
              </a:rPr>
              <a:t>Self-esteem and loneliness scales scored.</a:t>
            </a:r>
          </a:p>
          <a:p>
            <a:pPr algn="r">
              <a:lnSpc>
                <a:spcPct val="150000"/>
              </a:lnSpc>
            </a:pPr>
            <a:r>
              <a:rPr lang="en-US" sz="1000" dirty="0">
                <a:solidFill>
                  <a:schemeClr val="accent2">
                    <a:lumMod val="50000"/>
                  </a:schemeClr>
                </a:solidFill>
                <a:cs typeface="Biome Light" panose="020B0303030204020804" pitchFamily="34" charset="0"/>
              </a:rPr>
              <a:t>Instagram addiction analyzed</a:t>
            </a:r>
            <a:r>
              <a:rPr lang="en-US" sz="1000" b="0" i="0" u="none" strike="noStrike" dirty="0">
                <a:solidFill>
                  <a:schemeClr val="accent2">
                    <a:lumMod val="50000"/>
                  </a:schemeClr>
                </a:solidFill>
                <a:effectLst/>
                <a:cs typeface="Biome Light" panose="020B0303030204020804" pitchFamily="34" charset="0"/>
              </a:rPr>
              <a:t>.</a:t>
            </a:r>
            <a:endParaRPr lang="en-US" sz="1000" dirty="0">
              <a:solidFill>
                <a:schemeClr val="accent2">
                  <a:lumMod val="50000"/>
                </a:schemeClr>
              </a:solidFill>
              <a:cs typeface="Biome Light" panose="020B0303030204020804" pitchFamily="34" charset="0"/>
            </a:endParaRPr>
          </a:p>
        </p:txBody>
      </p:sp>
      <p:sp>
        <p:nvSpPr>
          <p:cNvPr id="53" name="TextBox 52">
            <a:extLst>
              <a:ext uri="{FF2B5EF4-FFF2-40B4-BE49-F238E27FC236}">
                <a16:creationId xmlns:a16="http://schemas.microsoft.com/office/drawing/2014/main" id="{2C2FB4B1-6D54-407D-B841-5B4737A74FEF}"/>
              </a:ext>
            </a:extLst>
          </p:cNvPr>
          <p:cNvSpPr txBox="1"/>
          <p:nvPr/>
        </p:nvSpPr>
        <p:spPr>
          <a:xfrm>
            <a:off x="4955614" y="3688649"/>
            <a:ext cx="2468880" cy="575927"/>
          </a:xfrm>
          <a:prstGeom prst="rect">
            <a:avLst/>
          </a:prstGeom>
          <a:noFill/>
        </p:spPr>
        <p:txBody>
          <a:bodyPr wrap="square" rIns="0" rtlCol="0">
            <a:spAutoFit/>
          </a:bodyPr>
          <a:lstStyle/>
          <a:p>
            <a:pPr algn="r"/>
            <a:r>
              <a:rPr lang="en-US" dirty="0">
                <a:solidFill>
                  <a:schemeClr val="accent2">
                    <a:lumMod val="50000"/>
                  </a:schemeClr>
                </a:solidFill>
                <a:cs typeface="Biome Light" panose="020B0303030204020804" pitchFamily="34" charset="0"/>
              </a:rPr>
              <a:t>Excel and SPSS</a:t>
            </a:r>
          </a:p>
          <a:p>
            <a:pPr algn="r">
              <a:lnSpc>
                <a:spcPct val="150000"/>
              </a:lnSpc>
            </a:pPr>
            <a:r>
              <a:rPr lang="en-US" sz="1000" b="0" i="0" u="none" strike="noStrike" dirty="0">
                <a:solidFill>
                  <a:schemeClr val="accent2">
                    <a:lumMod val="50000"/>
                  </a:schemeClr>
                </a:solidFill>
                <a:effectLst/>
                <a:cs typeface="Biome Light" panose="020B0303030204020804" pitchFamily="34" charset="0"/>
              </a:rPr>
              <a:t>Correlation found.</a:t>
            </a:r>
            <a:endParaRPr lang="en-US" sz="1000" dirty="0">
              <a:solidFill>
                <a:schemeClr val="accent2">
                  <a:lumMod val="50000"/>
                </a:schemeClr>
              </a:solidFill>
              <a:cs typeface="Biome Light" panose="020B0303030204020804" pitchFamily="34" charset="0"/>
            </a:endParaRPr>
          </a:p>
        </p:txBody>
      </p:sp>
      <p:sp>
        <p:nvSpPr>
          <p:cNvPr id="55" name="Title 1">
            <a:extLst>
              <a:ext uri="{FF2B5EF4-FFF2-40B4-BE49-F238E27FC236}">
                <a16:creationId xmlns:a16="http://schemas.microsoft.com/office/drawing/2014/main" id="{FB8EC054-0966-4346-8D52-1EC9E2CEBA40}"/>
              </a:ext>
            </a:extLst>
          </p:cNvPr>
          <p:cNvSpPr txBox="1">
            <a:spLocks/>
          </p:cNvSpPr>
          <p:nvPr/>
        </p:nvSpPr>
        <p:spPr>
          <a:xfrm>
            <a:off x="1974086" y="1766186"/>
            <a:ext cx="604158" cy="50118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dirty="0">
                <a:solidFill>
                  <a:schemeClr val="tx2">
                    <a:lumMod val="75000"/>
                  </a:schemeClr>
                </a:solidFill>
                <a:cs typeface="Biome Light" panose="020B0303030204020804" pitchFamily="34" charset="0"/>
              </a:rPr>
              <a:t>I</a:t>
            </a:r>
          </a:p>
        </p:txBody>
      </p:sp>
      <p:sp>
        <p:nvSpPr>
          <p:cNvPr id="56" name="Title 1">
            <a:extLst>
              <a:ext uri="{FF2B5EF4-FFF2-40B4-BE49-F238E27FC236}">
                <a16:creationId xmlns:a16="http://schemas.microsoft.com/office/drawing/2014/main" id="{9B51CBED-DE3B-4923-8593-380D6B94365C}"/>
              </a:ext>
            </a:extLst>
          </p:cNvPr>
          <p:cNvSpPr txBox="1">
            <a:spLocks/>
          </p:cNvSpPr>
          <p:nvPr/>
        </p:nvSpPr>
        <p:spPr>
          <a:xfrm>
            <a:off x="4699882" y="1766186"/>
            <a:ext cx="604157" cy="50118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dirty="0">
                <a:solidFill>
                  <a:srgbClr val="AA9D92"/>
                </a:solidFill>
                <a:cs typeface="Biome Light" panose="020B0303030204020804" pitchFamily="34" charset="0"/>
              </a:rPr>
              <a:t>II</a:t>
            </a:r>
          </a:p>
        </p:txBody>
      </p:sp>
      <p:sp>
        <p:nvSpPr>
          <p:cNvPr id="57" name="Oval 56">
            <a:extLst>
              <a:ext uri="{FF2B5EF4-FFF2-40B4-BE49-F238E27FC236}">
                <a16:creationId xmlns:a16="http://schemas.microsoft.com/office/drawing/2014/main" id="{FB7E3A7B-6EE3-47F7-B2E0-C18197EA9EA6}"/>
              </a:ext>
              <a:ext uri="{C183D7F6-B498-43B3-948B-1728B52AA6E4}">
                <adec:decorative xmlns:adec="http://schemas.microsoft.com/office/drawing/2017/decorative" val="1"/>
              </a:ext>
            </a:extLst>
          </p:cNvPr>
          <p:cNvSpPr/>
          <p:nvPr/>
        </p:nvSpPr>
        <p:spPr>
          <a:xfrm>
            <a:off x="1974088" y="2334908"/>
            <a:ext cx="604157" cy="604156"/>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Oval 57">
            <a:extLst>
              <a:ext uri="{FF2B5EF4-FFF2-40B4-BE49-F238E27FC236}">
                <a16:creationId xmlns:a16="http://schemas.microsoft.com/office/drawing/2014/main" id="{42B1E656-42A9-4BDA-B68F-5638854204CC}"/>
              </a:ext>
              <a:ext uri="{C183D7F6-B498-43B3-948B-1728B52AA6E4}">
                <adec:decorative xmlns:adec="http://schemas.microsoft.com/office/drawing/2017/decorative" val="1"/>
              </a:ext>
            </a:extLst>
          </p:cNvPr>
          <p:cNvSpPr/>
          <p:nvPr/>
        </p:nvSpPr>
        <p:spPr>
          <a:xfrm>
            <a:off x="3791284" y="2334908"/>
            <a:ext cx="604157" cy="604156"/>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Oval 58">
            <a:extLst>
              <a:ext uri="{FF2B5EF4-FFF2-40B4-BE49-F238E27FC236}">
                <a16:creationId xmlns:a16="http://schemas.microsoft.com/office/drawing/2014/main" id="{C5CAEDA9-DC3E-4DF2-A6E9-D93ECA8F6BEB}"/>
              </a:ext>
              <a:ext uri="{C183D7F6-B498-43B3-948B-1728B52AA6E4}">
                <adec:decorative xmlns:adec="http://schemas.microsoft.com/office/drawing/2017/decorative" val="1"/>
              </a:ext>
            </a:extLst>
          </p:cNvPr>
          <p:cNvSpPr/>
          <p:nvPr/>
        </p:nvSpPr>
        <p:spPr>
          <a:xfrm>
            <a:off x="5608480" y="2334908"/>
            <a:ext cx="604157" cy="604156"/>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Oval 59">
            <a:extLst>
              <a:ext uri="{FF2B5EF4-FFF2-40B4-BE49-F238E27FC236}">
                <a16:creationId xmlns:a16="http://schemas.microsoft.com/office/drawing/2014/main" id="{B4C24665-2BE0-46D5-9BC1-F0B828D1C0E3}"/>
              </a:ext>
              <a:ext uri="{C183D7F6-B498-43B3-948B-1728B52AA6E4}">
                <adec:decorative xmlns:adec="http://schemas.microsoft.com/office/drawing/2017/decorative" val="1"/>
              </a:ext>
            </a:extLst>
          </p:cNvPr>
          <p:cNvSpPr/>
          <p:nvPr/>
        </p:nvSpPr>
        <p:spPr>
          <a:xfrm>
            <a:off x="7425676" y="2334907"/>
            <a:ext cx="604157" cy="6041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Oval 60">
            <a:extLst>
              <a:ext uri="{FF2B5EF4-FFF2-40B4-BE49-F238E27FC236}">
                <a16:creationId xmlns:a16="http://schemas.microsoft.com/office/drawing/2014/main" id="{BAC2CB24-4E84-4938-AC6C-5C8901A82494}"/>
              </a:ext>
              <a:ext uri="{C183D7F6-B498-43B3-948B-1728B52AA6E4}">
                <adec:decorative xmlns:adec="http://schemas.microsoft.com/office/drawing/2017/decorative" val="1"/>
              </a:ext>
            </a:extLst>
          </p:cNvPr>
          <p:cNvSpPr/>
          <p:nvPr/>
        </p:nvSpPr>
        <p:spPr>
          <a:xfrm>
            <a:off x="9242872" y="2334908"/>
            <a:ext cx="604157" cy="604156"/>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a16="http://schemas.microsoft.com/office/drawing/2014/main" id="{C23FC99C-8D60-4D25-8B50-391CFD37A192}"/>
              </a:ext>
            </a:extLst>
          </p:cNvPr>
          <p:cNvSpPr txBox="1"/>
          <p:nvPr/>
        </p:nvSpPr>
        <p:spPr>
          <a:xfrm>
            <a:off x="1974085" y="2467708"/>
            <a:ext cx="604158" cy="338554"/>
          </a:xfrm>
          <a:prstGeom prst="rect">
            <a:avLst/>
          </a:prstGeom>
          <a:noFill/>
        </p:spPr>
        <p:txBody>
          <a:bodyPr wrap="square" rtlCol="0">
            <a:spAutoFit/>
          </a:bodyPr>
          <a:lstStyle/>
          <a:p>
            <a:pPr algn="ctr"/>
            <a:r>
              <a:rPr lang="en-US" sz="1600" dirty="0">
                <a:solidFill>
                  <a:schemeClr val="bg1"/>
                </a:solidFill>
                <a:latin typeface="Biome Light" panose="020B0303030204020804" pitchFamily="34" charset="0"/>
                <a:cs typeface="Biome Light" panose="020B0303030204020804" pitchFamily="34" charset="0"/>
              </a:rPr>
              <a:t>01</a:t>
            </a:r>
          </a:p>
        </p:txBody>
      </p:sp>
      <p:sp>
        <p:nvSpPr>
          <p:cNvPr id="64" name="TextBox 63">
            <a:extLst>
              <a:ext uri="{FF2B5EF4-FFF2-40B4-BE49-F238E27FC236}">
                <a16:creationId xmlns:a16="http://schemas.microsoft.com/office/drawing/2014/main" id="{BBEDEFC7-D133-4B78-A03A-883AD8A693D8}"/>
              </a:ext>
            </a:extLst>
          </p:cNvPr>
          <p:cNvSpPr txBox="1"/>
          <p:nvPr/>
        </p:nvSpPr>
        <p:spPr>
          <a:xfrm>
            <a:off x="3791283" y="2467708"/>
            <a:ext cx="604158" cy="338554"/>
          </a:xfrm>
          <a:prstGeom prst="rect">
            <a:avLst/>
          </a:prstGeom>
          <a:noFill/>
        </p:spPr>
        <p:txBody>
          <a:bodyPr wrap="square" rtlCol="0">
            <a:spAutoFit/>
          </a:bodyPr>
          <a:lstStyle/>
          <a:p>
            <a:pPr algn="ctr"/>
            <a:r>
              <a:rPr lang="en-US" sz="1600" dirty="0">
                <a:solidFill>
                  <a:schemeClr val="bg1"/>
                </a:solidFill>
                <a:latin typeface="Biome Light" panose="020B0303030204020804" pitchFamily="34" charset="0"/>
                <a:cs typeface="Biome Light" panose="020B0303030204020804" pitchFamily="34" charset="0"/>
              </a:rPr>
              <a:t>02</a:t>
            </a:r>
          </a:p>
        </p:txBody>
      </p:sp>
      <p:sp>
        <p:nvSpPr>
          <p:cNvPr id="65" name="TextBox 64">
            <a:extLst>
              <a:ext uri="{FF2B5EF4-FFF2-40B4-BE49-F238E27FC236}">
                <a16:creationId xmlns:a16="http://schemas.microsoft.com/office/drawing/2014/main" id="{F7B8A5DB-A2DA-46A8-8658-C2EA0747760C}"/>
              </a:ext>
            </a:extLst>
          </p:cNvPr>
          <p:cNvSpPr txBox="1"/>
          <p:nvPr/>
        </p:nvSpPr>
        <p:spPr>
          <a:xfrm>
            <a:off x="5532014" y="2467708"/>
            <a:ext cx="757087" cy="338554"/>
          </a:xfrm>
          <a:prstGeom prst="rect">
            <a:avLst/>
          </a:prstGeom>
          <a:noFill/>
        </p:spPr>
        <p:txBody>
          <a:bodyPr wrap="square" rtlCol="0">
            <a:spAutoFit/>
          </a:bodyPr>
          <a:lstStyle/>
          <a:p>
            <a:pPr algn="ctr"/>
            <a:r>
              <a:rPr lang="en-US" sz="1600" dirty="0">
                <a:solidFill>
                  <a:schemeClr val="bg1"/>
                </a:solidFill>
                <a:latin typeface="Biome Light" panose="020B0303030204020804" pitchFamily="34" charset="0"/>
                <a:cs typeface="Biome Light" panose="020B0303030204020804" pitchFamily="34" charset="0"/>
              </a:rPr>
              <a:t>03</a:t>
            </a:r>
          </a:p>
        </p:txBody>
      </p:sp>
      <p:sp>
        <p:nvSpPr>
          <p:cNvPr id="66" name="TextBox 65">
            <a:extLst>
              <a:ext uri="{FF2B5EF4-FFF2-40B4-BE49-F238E27FC236}">
                <a16:creationId xmlns:a16="http://schemas.microsoft.com/office/drawing/2014/main" id="{48B30E00-6EA5-4E71-955A-5FCA527D42DD}"/>
              </a:ext>
            </a:extLst>
          </p:cNvPr>
          <p:cNvSpPr txBox="1"/>
          <p:nvPr/>
        </p:nvSpPr>
        <p:spPr>
          <a:xfrm>
            <a:off x="7349210" y="2467708"/>
            <a:ext cx="757087" cy="338554"/>
          </a:xfrm>
          <a:prstGeom prst="rect">
            <a:avLst/>
          </a:prstGeom>
          <a:noFill/>
        </p:spPr>
        <p:txBody>
          <a:bodyPr wrap="square" rtlCol="0">
            <a:spAutoFit/>
          </a:bodyPr>
          <a:lstStyle/>
          <a:p>
            <a:pPr algn="ctr"/>
            <a:r>
              <a:rPr lang="en-US" sz="1600" dirty="0">
                <a:solidFill>
                  <a:schemeClr val="bg1"/>
                </a:solidFill>
                <a:latin typeface="Biome Light" panose="020B0303030204020804" pitchFamily="34" charset="0"/>
                <a:cs typeface="Biome Light" panose="020B0303030204020804" pitchFamily="34" charset="0"/>
              </a:rPr>
              <a:t>04</a:t>
            </a:r>
          </a:p>
        </p:txBody>
      </p:sp>
      <p:sp>
        <p:nvSpPr>
          <p:cNvPr id="67" name="TextBox 66">
            <a:extLst>
              <a:ext uri="{FF2B5EF4-FFF2-40B4-BE49-F238E27FC236}">
                <a16:creationId xmlns:a16="http://schemas.microsoft.com/office/drawing/2014/main" id="{C54677EA-05D4-444E-8932-88577305DB93}"/>
              </a:ext>
            </a:extLst>
          </p:cNvPr>
          <p:cNvSpPr txBox="1"/>
          <p:nvPr/>
        </p:nvSpPr>
        <p:spPr>
          <a:xfrm>
            <a:off x="9166407" y="2467708"/>
            <a:ext cx="604158" cy="338554"/>
          </a:xfrm>
          <a:prstGeom prst="rect">
            <a:avLst/>
          </a:prstGeom>
          <a:noFill/>
        </p:spPr>
        <p:txBody>
          <a:bodyPr wrap="square" rtlCol="0">
            <a:spAutoFit/>
          </a:bodyPr>
          <a:lstStyle/>
          <a:p>
            <a:pPr algn="ctr"/>
            <a:r>
              <a:rPr lang="en-US" sz="1600" dirty="0">
                <a:solidFill>
                  <a:schemeClr val="bg1"/>
                </a:solidFill>
                <a:latin typeface="Biome Light" panose="020B0303030204020804" pitchFamily="34" charset="0"/>
                <a:cs typeface="Biome Light" panose="020B0303030204020804" pitchFamily="34" charset="0"/>
              </a:rPr>
              <a:t>05</a:t>
            </a:r>
          </a:p>
        </p:txBody>
      </p:sp>
      <p:sp>
        <p:nvSpPr>
          <p:cNvPr id="69" name="Title 1">
            <a:extLst>
              <a:ext uri="{FF2B5EF4-FFF2-40B4-BE49-F238E27FC236}">
                <a16:creationId xmlns:a16="http://schemas.microsoft.com/office/drawing/2014/main" id="{CC26A142-AFE9-4502-8C86-D67C74F646B8}"/>
              </a:ext>
            </a:extLst>
          </p:cNvPr>
          <p:cNvSpPr txBox="1">
            <a:spLocks/>
          </p:cNvSpPr>
          <p:nvPr/>
        </p:nvSpPr>
        <p:spPr>
          <a:xfrm>
            <a:off x="7441102" y="1766186"/>
            <a:ext cx="588731" cy="50118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dirty="0">
                <a:solidFill>
                  <a:schemeClr val="bg1">
                    <a:lumMod val="65000"/>
                  </a:schemeClr>
                </a:solidFill>
                <a:cs typeface="Biome Light" panose="020B0303030204020804" pitchFamily="34" charset="0"/>
              </a:rPr>
              <a:t>III</a:t>
            </a:r>
          </a:p>
        </p:txBody>
      </p:sp>
      <p:cxnSp>
        <p:nvCxnSpPr>
          <p:cNvPr id="71" name="Straight Connector 70">
            <a:extLst>
              <a:ext uri="{FF2B5EF4-FFF2-40B4-BE49-F238E27FC236}">
                <a16:creationId xmlns:a16="http://schemas.microsoft.com/office/drawing/2014/main" id="{5BF5BF6D-FC15-498E-9203-B1A85879E7C6}"/>
              </a:ext>
              <a:ext uri="{C183D7F6-B498-43B3-948B-1728B52AA6E4}">
                <adec:decorative xmlns:adec="http://schemas.microsoft.com/office/drawing/2017/decorative" val="1"/>
              </a:ext>
            </a:extLst>
          </p:cNvPr>
          <p:cNvCxnSpPr>
            <a:cxnSpLocks/>
          </p:cNvCxnSpPr>
          <p:nvPr/>
        </p:nvCxnSpPr>
        <p:spPr>
          <a:xfrm>
            <a:off x="2276164" y="2939064"/>
            <a:ext cx="0" cy="623213"/>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72" name="Straight Connector 71">
            <a:extLst>
              <a:ext uri="{FF2B5EF4-FFF2-40B4-BE49-F238E27FC236}">
                <a16:creationId xmlns:a16="http://schemas.microsoft.com/office/drawing/2014/main" id="{04A8F03E-D6C7-4D63-9338-1529E2D05385}"/>
              </a:ext>
              <a:ext uri="{C183D7F6-B498-43B3-948B-1728B52AA6E4}">
                <adec:decorative xmlns:adec="http://schemas.microsoft.com/office/drawing/2017/decorative" val="1"/>
              </a:ext>
            </a:extLst>
          </p:cNvPr>
          <p:cNvCxnSpPr>
            <a:cxnSpLocks/>
          </p:cNvCxnSpPr>
          <p:nvPr/>
        </p:nvCxnSpPr>
        <p:spPr>
          <a:xfrm>
            <a:off x="4093362" y="2939064"/>
            <a:ext cx="0" cy="222077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73" name="Straight Connector 72">
            <a:extLst>
              <a:ext uri="{FF2B5EF4-FFF2-40B4-BE49-F238E27FC236}">
                <a16:creationId xmlns:a16="http://schemas.microsoft.com/office/drawing/2014/main" id="{A20970A8-6CA8-42D6-9607-B046BE20B7DF}"/>
              </a:ext>
              <a:ext uri="{C183D7F6-B498-43B3-948B-1728B52AA6E4}">
                <adec:decorative xmlns:adec="http://schemas.microsoft.com/office/drawing/2017/decorative" val="1"/>
              </a:ext>
            </a:extLst>
          </p:cNvPr>
          <p:cNvCxnSpPr>
            <a:cxnSpLocks/>
          </p:cNvCxnSpPr>
          <p:nvPr/>
        </p:nvCxnSpPr>
        <p:spPr>
          <a:xfrm>
            <a:off x="5910557" y="2939064"/>
            <a:ext cx="0" cy="623213"/>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74" name="Straight Connector 73">
            <a:extLst>
              <a:ext uri="{FF2B5EF4-FFF2-40B4-BE49-F238E27FC236}">
                <a16:creationId xmlns:a16="http://schemas.microsoft.com/office/drawing/2014/main" id="{2D201931-C1E5-47A5-A3C1-8AC8FC561D1A}"/>
              </a:ext>
              <a:ext uri="{C183D7F6-B498-43B3-948B-1728B52AA6E4}">
                <adec:decorative xmlns:adec="http://schemas.microsoft.com/office/drawing/2017/decorative" val="1"/>
              </a:ext>
            </a:extLst>
          </p:cNvPr>
          <p:cNvCxnSpPr>
            <a:cxnSpLocks/>
          </p:cNvCxnSpPr>
          <p:nvPr/>
        </p:nvCxnSpPr>
        <p:spPr>
          <a:xfrm>
            <a:off x="7727753" y="2939064"/>
            <a:ext cx="0" cy="2220774"/>
          </a:xfrm>
          <a:prstGeom prst="line">
            <a:avLst/>
          </a:prstGeom>
          <a:ln/>
        </p:spPr>
        <p:style>
          <a:lnRef idx="1">
            <a:schemeClr val="accent3"/>
          </a:lnRef>
          <a:fillRef idx="0">
            <a:schemeClr val="accent3"/>
          </a:fillRef>
          <a:effectRef idx="0">
            <a:schemeClr val="accent3"/>
          </a:effectRef>
          <a:fontRef idx="minor">
            <a:schemeClr val="tx1"/>
          </a:fontRef>
        </p:style>
      </p:cxnSp>
      <p:sp>
        <p:nvSpPr>
          <p:cNvPr id="75" name="TextBox 74">
            <a:extLst>
              <a:ext uri="{FF2B5EF4-FFF2-40B4-BE49-F238E27FC236}">
                <a16:creationId xmlns:a16="http://schemas.microsoft.com/office/drawing/2014/main" id="{2E8DF4D5-2D1A-42E9-BB31-684CC737DD8A}"/>
              </a:ext>
            </a:extLst>
          </p:cNvPr>
          <p:cNvSpPr txBox="1"/>
          <p:nvPr/>
        </p:nvSpPr>
        <p:spPr>
          <a:xfrm>
            <a:off x="6833972" y="5318036"/>
            <a:ext cx="2723433" cy="852926"/>
          </a:xfrm>
          <a:prstGeom prst="rect">
            <a:avLst/>
          </a:prstGeom>
          <a:noFill/>
        </p:spPr>
        <p:txBody>
          <a:bodyPr wrap="square" rIns="0" rtlCol="0">
            <a:spAutoFit/>
          </a:bodyPr>
          <a:lstStyle/>
          <a:p>
            <a:pPr algn="r"/>
            <a:r>
              <a:rPr lang="en-US" dirty="0">
                <a:solidFill>
                  <a:schemeClr val="accent2">
                    <a:lumMod val="50000"/>
                  </a:schemeClr>
                </a:solidFill>
                <a:cs typeface="Biome Light" panose="020B0303030204020804" pitchFamily="34" charset="0"/>
              </a:rPr>
              <a:t>Negative/Positive Impact</a:t>
            </a:r>
          </a:p>
          <a:p>
            <a:pPr algn="r">
              <a:lnSpc>
                <a:spcPct val="150000"/>
              </a:lnSpc>
            </a:pPr>
            <a:r>
              <a:rPr lang="en-US" sz="1000" dirty="0">
                <a:solidFill>
                  <a:schemeClr val="accent2">
                    <a:lumMod val="50000"/>
                  </a:schemeClr>
                </a:solidFill>
                <a:cs typeface="Biome Light" panose="020B0303030204020804" pitchFamily="34" charset="0"/>
              </a:rPr>
              <a:t>Once associated- impact found</a:t>
            </a:r>
            <a:r>
              <a:rPr lang="en-US" sz="1000" b="0" i="0" u="none" strike="noStrike" dirty="0">
                <a:solidFill>
                  <a:schemeClr val="accent2">
                    <a:lumMod val="50000"/>
                  </a:schemeClr>
                </a:solidFill>
                <a:effectLst/>
                <a:cs typeface="Biome Light" panose="020B0303030204020804" pitchFamily="34" charset="0"/>
              </a:rPr>
              <a:t>.</a:t>
            </a:r>
            <a:endParaRPr lang="en-US" sz="1000" dirty="0">
              <a:solidFill>
                <a:schemeClr val="accent2">
                  <a:lumMod val="50000"/>
                </a:schemeClr>
              </a:solidFill>
              <a:cs typeface="Biome Light" panose="020B0303030204020804" pitchFamily="34" charset="0"/>
            </a:endParaRPr>
          </a:p>
        </p:txBody>
      </p:sp>
      <p:cxnSp>
        <p:nvCxnSpPr>
          <p:cNvPr id="77" name="Straight Connector 76">
            <a:extLst>
              <a:ext uri="{FF2B5EF4-FFF2-40B4-BE49-F238E27FC236}">
                <a16:creationId xmlns:a16="http://schemas.microsoft.com/office/drawing/2014/main" id="{1C1F0E7C-90C0-4F51-BDD0-64E21F831577}"/>
              </a:ext>
              <a:ext uri="{C183D7F6-B498-43B3-948B-1728B52AA6E4}">
                <adec:decorative xmlns:adec="http://schemas.microsoft.com/office/drawing/2017/decorative" val="1"/>
              </a:ext>
            </a:extLst>
          </p:cNvPr>
          <p:cNvCxnSpPr>
            <a:cxnSpLocks/>
          </p:cNvCxnSpPr>
          <p:nvPr/>
        </p:nvCxnSpPr>
        <p:spPr>
          <a:xfrm>
            <a:off x="9557405" y="2934142"/>
            <a:ext cx="0" cy="623213"/>
          </a:xfrm>
          <a:prstGeom prst="line">
            <a:avLst/>
          </a:prstGeom>
          <a:ln/>
        </p:spPr>
        <p:style>
          <a:lnRef idx="1">
            <a:schemeClr val="accent3"/>
          </a:lnRef>
          <a:fillRef idx="0">
            <a:schemeClr val="accent3"/>
          </a:fillRef>
          <a:effectRef idx="0">
            <a:schemeClr val="accent3"/>
          </a:effectRef>
          <a:fontRef idx="minor">
            <a:schemeClr val="tx1"/>
          </a:fontRef>
        </p:style>
      </p:cxnSp>
      <p:sp>
        <p:nvSpPr>
          <p:cNvPr id="78" name="TextBox 77">
            <a:extLst>
              <a:ext uri="{FF2B5EF4-FFF2-40B4-BE49-F238E27FC236}">
                <a16:creationId xmlns:a16="http://schemas.microsoft.com/office/drawing/2014/main" id="{908DA27C-CA3A-4A87-B6F6-B86D1A4ACDBC}"/>
              </a:ext>
            </a:extLst>
          </p:cNvPr>
          <p:cNvSpPr txBox="1"/>
          <p:nvPr/>
        </p:nvSpPr>
        <p:spPr>
          <a:xfrm>
            <a:off x="1860628" y="3655592"/>
            <a:ext cx="1925007" cy="1268424"/>
          </a:xfrm>
          <a:prstGeom prst="rect">
            <a:avLst/>
          </a:prstGeom>
          <a:noFill/>
        </p:spPr>
        <p:txBody>
          <a:bodyPr wrap="square" rIns="0" rtlCol="0">
            <a:spAutoFit/>
          </a:bodyPr>
          <a:lstStyle/>
          <a:p>
            <a:pPr algn="r"/>
            <a:r>
              <a:rPr lang="en-US" dirty="0">
                <a:solidFill>
                  <a:schemeClr val="accent2">
                    <a:lumMod val="50000"/>
                  </a:schemeClr>
                </a:solidFill>
                <a:cs typeface="Biome Light" panose="020B0303030204020804" pitchFamily="34" charset="0"/>
              </a:rPr>
              <a:t>Questionnaire</a:t>
            </a:r>
          </a:p>
          <a:p>
            <a:pPr algn="r">
              <a:lnSpc>
                <a:spcPct val="150000"/>
              </a:lnSpc>
            </a:pPr>
            <a:r>
              <a:rPr lang="en-US" sz="1000" b="0" i="0" u="none" strike="noStrike" dirty="0">
                <a:solidFill>
                  <a:schemeClr val="accent2">
                    <a:lumMod val="50000"/>
                  </a:schemeClr>
                </a:solidFill>
                <a:effectLst/>
                <a:cs typeface="Biome Light" panose="020B0303030204020804" pitchFamily="34" charset="0"/>
              </a:rPr>
              <a:t>16 questions. </a:t>
            </a:r>
          </a:p>
          <a:p>
            <a:pPr algn="r">
              <a:lnSpc>
                <a:spcPct val="150000"/>
              </a:lnSpc>
            </a:pPr>
            <a:r>
              <a:rPr lang="en-US" sz="1000" b="0" i="0" u="none" strike="noStrike" dirty="0">
                <a:solidFill>
                  <a:schemeClr val="accent2">
                    <a:lumMod val="50000"/>
                  </a:schemeClr>
                </a:solidFill>
                <a:effectLst/>
                <a:cs typeface="Biome Light" panose="020B0303030204020804" pitchFamily="34" charset="0"/>
              </a:rPr>
              <a:t>Age group:16-21.</a:t>
            </a:r>
          </a:p>
          <a:p>
            <a:pPr algn="r">
              <a:lnSpc>
                <a:spcPct val="150000"/>
              </a:lnSpc>
            </a:pPr>
            <a:r>
              <a:rPr lang="en-US" sz="1000" dirty="0">
                <a:solidFill>
                  <a:schemeClr val="accent2">
                    <a:lumMod val="50000"/>
                  </a:schemeClr>
                </a:solidFill>
                <a:cs typeface="Biome Light" panose="020B0303030204020804" pitchFamily="34" charset="0"/>
              </a:rPr>
              <a:t>Self-esteem, Loneliness and Instagram addiction</a:t>
            </a:r>
          </a:p>
        </p:txBody>
      </p:sp>
      <p:sp>
        <p:nvSpPr>
          <p:cNvPr id="79" name="TextBox 78">
            <a:extLst>
              <a:ext uri="{FF2B5EF4-FFF2-40B4-BE49-F238E27FC236}">
                <a16:creationId xmlns:a16="http://schemas.microsoft.com/office/drawing/2014/main" id="{D5FA9020-A6FF-4DEE-BE48-E5CABF913718}"/>
              </a:ext>
            </a:extLst>
          </p:cNvPr>
          <p:cNvSpPr txBox="1"/>
          <p:nvPr/>
        </p:nvSpPr>
        <p:spPr>
          <a:xfrm>
            <a:off x="9251262" y="3709490"/>
            <a:ext cx="1181067" cy="575927"/>
          </a:xfrm>
          <a:prstGeom prst="rect">
            <a:avLst/>
          </a:prstGeom>
          <a:noFill/>
        </p:spPr>
        <p:txBody>
          <a:bodyPr wrap="square" rIns="0" rtlCol="0">
            <a:spAutoFit/>
          </a:bodyPr>
          <a:lstStyle/>
          <a:p>
            <a:pPr algn="r"/>
            <a:r>
              <a:rPr lang="en-US" dirty="0">
                <a:solidFill>
                  <a:schemeClr val="accent2">
                    <a:lumMod val="50000"/>
                  </a:schemeClr>
                </a:solidFill>
                <a:cs typeface="Biome Light" panose="020B0303030204020804" pitchFamily="34" charset="0"/>
              </a:rPr>
              <a:t>Findings</a:t>
            </a:r>
          </a:p>
          <a:p>
            <a:pPr algn="r">
              <a:lnSpc>
                <a:spcPct val="150000"/>
              </a:lnSpc>
            </a:pPr>
            <a:r>
              <a:rPr lang="en-US" sz="1000" b="0" i="0" u="none" strike="noStrike" dirty="0">
                <a:solidFill>
                  <a:schemeClr val="accent2">
                    <a:lumMod val="50000"/>
                  </a:schemeClr>
                </a:solidFill>
                <a:effectLst/>
                <a:cs typeface="Biome Light" panose="020B0303030204020804" pitchFamily="34" charset="0"/>
              </a:rPr>
              <a:t>End analysis.</a:t>
            </a:r>
            <a:endParaRPr lang="en-US" sz="1000" dirty="0">
              <a:solidFill>
                <a:schemeClr val="accent2">
                  <a:lumMod val="50000"/>
                </a:schemeClr>
              </a:solidFill>
              <a:cs typeface="Biome Light" panose="020B0303030204020804" pitchFamily="34" charset="0"/>
            </a:endParaRPr>
          </a:p>
        </p:txBody>
      </p:sp>
    </p:spTree>
    <p:extLst>
      <p:ext uri="{BB962C8B-B14F-4D97-AF65-F5344CB8AC3E}">
        <p14:creationId xmlns:p14="http://schemas.microsoft.com/office/powerpoint/2010/main" val="14808407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Content Placeholder 11">
            <a:extLst>
              <a:ext uri="{FF2B5EF4-FFF2-40B4-BE49-F238E27FC236}">
                <a16:creationId xmlns:a16="http://schemas.microsoft.com/office/drawing/2014/main" id="{EE2646FA-A09B-4444-96A4-0088A95E43C9}"/>
              </a:ext>
            </a:extLst>
          </p:cNvPr>
          <p:cNvPicPr>
            <a:picLocks noGrp="1" noChangeAspect="1"/>
          </p:cNvPicPr>
          <p:nvPr>
            <p:ph idx="4294967295"/>
          </p:nvPr>
        </p:nvPicPr>
        <p:blipFill>
          <a:blip r:embed="rId3"/>
          <a:stretch>
            <a:fillRect/>
          </a:stretch>
        </p:blipFill>
        <p:spPr>
          <a:xfrm>
            <a:off x="7846937" y="0"/>
            <a:ext cx="3691089" cy="6852107"/>
          </a:xfrm>
        </p:spPr>
      </p:pic>
      <p:sp>
        <p:nvSpPr>
          <p:cNvPr id="38" name="Date Placeholder 37">
            <a:extLst>
              <a:ext uri="{FF2B5EF4-FFF2-40B4-BE49-F238E27FC236}">
                <a16:creationId xmlns:a16="http://schemas.microsoft.com/office/drawing/2014/main" id="{44BB509D-E79A-48CF-9C7A-2B385FD379AF}"/>
              </a:ext>
            </a:extLst>
          </p:cNvPr>
          <p:cNvSpPr>
            <a:spLocks noGrp="1"/>
          </p:cNvSpPr>
          <p:nvPr>
            <p:ph type="dt" sz="half" idx="2"/>
          </p:nvPr>
        </p:nvSpPr>
        <p:spPr/>
        <p:txBody>
          <a:bodyPr/>
          <a:lstStyle/>
          <a:p>
            <a:fld id="{478CD27B-109C-41C9-9CF4-85F532F66BBB}" type="datetime1">
              <a:rPr lang="en-US" smtClean="0"/>
              <a:t>3/27/26</a:t>
            </a:fld>
            <a:endParaRPr lang="en-US" dirty="0"/>
          </a:p>
        </p:txBody>
      </p:sp>
      <p:sp>
        <p:nvSpPr>
          <p:cNvPr id="39" name="Slide Number Placeholder 38">
            <a:extLst>
              <a:ext uri="{FF2B5EF4-FFF2-40B4-BE49-F238E27FC236}">
                <a16:creationId xmlns:a16="http://schemas.microsoft.com/office/drawing/2014/main" id="{25AC8E0E-F9A1-4D3C-8AB5-4C215FD5C66A}"/>
              </a:ext>
            </a:extLst>
          </p:cNvPr>
          <p:cNvSpPr>
            <a:spLocks noGrp="1"/>
          </p:cNvSpPr>
          <p:nvPr>
            <p:ph type="sldNum" sz="quarter" idx="4"/>
          </p:nvPr>
        </p:nvSpPr>
        <p:spPr/>
        <p:txBody>
          <a:bodyPr/>
          <a:lstStyle/>
          <a:p>
            <a:fld id="{294A09A9-5501-47C1-A89A-A340965A2BE2}" type="slidenum">
              <a:rPr lang="en-US" smtClean="0"/>
              <a:pPr/>
              <a:t>7</a:t>
            </a:fld>
            <a:endParaRPr lang="en-US" dirty="0"/>
          </a:p>
        </p:txBody>
      </p:sp>
      <p:sp>
        <p:nvSpPr>
          <p:cNvPr id="11" name="Title 17">
            <a:extLst>
              <a:ext uri="{FF2B5EF4-FFF2-40B4-BE49-F238E27FC236}">
                <a16:creationId xmlns:a16="http://schemas.microsoft.com/office/drawing/2014/main" id="{BA21F84C-43BE-4690-BAC7-941B54E8E7E0}"/>
              </a:ext>
            </a:extLst>
          </p:cNvPr>
          <p:cNvSpPr>
            <a:spLocks noGrp="1"/>
          </p:cNvSpPr>
          <p:nvPr>
            <p:ph type="title"/>
          </p:nvPr>
        </p:nvSpPr>
        <p:spPr>
          <a:xfrm>
            <a:off x="850067" y="368421"/>
            <a:ext cx="6749218" cy="1340615"/>
          </a:xfrm>
        </p:spPr>
        <p:txBody>
          <a:bodyPr/>
          <a:lstStyle/>
          <a:p>
            <a:r>
              <a:rPr lang="en-IN" sz="4500" dirty="0"/>
              <a:t>Analysis</a:t>
            </a:r>
          </a:p>
        </p:txBody>
      </p:sp>
      <p:sp>
        <p:nvSpPr>
          <p:cNvPr id="7" name="Text Placeholder 24">
            <a:extLst>
              <a:ext uri="{FF2B5EF4-FFF2-40B4-BE49-F238E27FC236}">
                <a16:creationId xmlns:a16="http://schemas.microsoft.com/office/drawing/2014/main" id="{35D11436-E3FD-409A-9AF0-F99C1DD2DCDD}"/>
              </a:ext>
            </a:extLst>
          </p:cNvPr>
          <p:cNvSpPr txBox="1">
            <a:spLocks/>
          </p:cNvSpPr>
          <p:nvPr/>
        </p:nvSpPr>
        <p:spPr>
          <a:xfrm>
            <a:off x="0" y="-273104"/>
            <a:ext cx="850067" cy="641525"/>
          </a:xfrm>
          <a:prstGeom prst="rect">
            <a:avLst/>
          </a:prstGeom>
        </p:spPr>
        <p:txBody>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b="1" dirty="0">
                <a:solidFill>
                  <a:schemeClr val="bg1"/>
                </a:solidFill>
              </a:rPr>
              <a:t>04</a:t>
            </a:r>
            <a:endParaRPr lang="en-US" b="1" dirty="0">
              <a:solidFill>
                <a:schemeClr val="bg1"/>
              </a:solidFill>
            </a:endParaRPr>
          </a:p>
        </p:txBody>
      </p:sp>
      <p:sp>
        <p:nvSpPr>
          <p:cNvPr id="2" name="TextBox 1">
            <a:extLst>
              <a:ext uri="{FF2B5EF4-FFF2-40B4-BE49-F238E27FC236}">
                <a16:creationId xmlns:a16="http://schemas.microsoft.com/office/drawing/2014/main" id="{49A96CD3-452A-427A-93B4-F65F2A78EBCB}"/>
              </a:ext>
            </a:extLst>
          </p:cNvPr>
          <p:cNvSpPr txBox="1"/>
          <p:nvPr/>
        </p:nvSpPr>
        <p:spPr>
          <a:xfrm>
            <a:off x="653974" y="1709036"/>
            <a:ext cx="6672339" cy="374679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600" u="sng" dirty="0"/>
              <a:t>Null Hypothesis: </a:t>
            </a:r>
            <a:r>
              <a:rPr lang="en-US" sz="1600" dirty="0"/>
              <a:t>Instagram does not have a negative impact on the mental health of teenagers and young adults.</a:t>
            </a:r>
          </a:p>
          <a:p>
            <a:pPr marL="285750" indent="-285750">
              <a:lnSpc>
                <a:spcPct val="150000"/>
              </a:lnSpc>
              <a:buFont typeface="Arial" panose="020B0604020202020204" pitchFamily="34" charset="0"/>
              <a:buChar char="•"/>
            </a:pPr>
            <a:r>
              <a:rPr lang="en-US" sz="1600" u="sng" dirty="0"/>
              <a:t>Alternate Hypothesis: </a:t>
            </a:r>
            <a:r>
              <a:rPr lang="en-US" sz="1600" dirty="0"/>
              <a:t>Instagram has a negative impact on the mental health of teenagers and young adults.</a:t>
            </a:r>
            <a:endParaRPr lang="en-US" sz="1600" b="1" dirty="0"/>
          </a:p>
          <a:p>
            <a:pPr marL="285750" indent="-285750">
              <a:lnSpc>
                <a:spcPct val="150000"/>
              </a:lnSpc>
              <a:buFont typeface="Arial" panose="020B0604020202020204" pitchFamily="34" charset="0"/>
              <a:buChar char="•"/>
            </a:pPr>
            <a:r>
              <a:rPr lang="en-US" sz="1600" dirty="0"/>
              <a:t>Self-esteem and loneliness scale was scored</a:t>
            </a:r>
          </a:p>
          <a:p>
            <a:pPr marL="285750" indent="-285750">
              <a:lnSpc>
                <a:spcPct val="150000"/>
              </a:lnSpc>
              <a:buFont typeface="Arial" panose="020B0604020202020204" pitchFamily="34" charset="0"/>
              <a:buChar char="•"/>
            </a:pPr>
            <a:r>
              <a:rPr lang="en-US" sz="1600" dirty="0"/>
              <a:t>The social media addiction level was measured.</a:t>
            </a:r>
          </a:p>
          <a:p>
            <a:pPr marL="285750" indent="-285750">
              <a:lnSpc>
                <a:spcPct val="150000"/>
              </a:lnSpc>
              <a:buFont typeface="Arial" panose="020B0604020202020204" pitchFamily="34" charset="0"/>
              <a:buChar char="•"/>
            </a:pPr>
            <a:r>
              <a:rPr lang="en-US" sz="1600" dirty="0"/>
              <a:t>The P-Value was evaluated with the help of excel which helped in rejecting the Null Hypothesis.</a:t>
            </a:r>
          </a:p>
          <a:p>
            <a:pPr marL="285750" indent="-285750">
              <a:lnSpc>
                <a:spcPct val="150000"/>
              </a:lnSpc>
              <a:buFont typeface="Arial" panose="020B0604020202020204" pitchFamily="34" charset="0"/>
              <a:buChar char="•"/>
            </a:pPr>
            <a:r>
              <a:rPr lang="en-US" sz="1600" dirty="0"/>
              <a:t>Correlation was found between social media and Self-esteem/ loneliness via excel and SPSS.</a:t>
            </a:r>
          </a:p>
        </p:txBody>
      </p:sp>
    </p:spTree>
    <p:extLst>
      <p:ext uri="{BB962C8B-B14F-4D97-AF65-F5344CB8AC3E}">
        <p14:creationId xmlns:p14="http://schemas.microsoft.com/office/powerpoint/2010/main" val="16507859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0A931-F348-4A41-A5F4-69657F3CA0F6}"/>
              </a:ext>
            </a:extLst>
          </p:cNvPr>
          <p:cNvSpPr>
            <a:spLocks noGrp="1"/>
          </p:cNvSpPr>
          <p:nvPr>
            <p:ph type="title"/>
          </p:nvPr>
        </p:nvSpPr>
        <p:spPr>
          <a:xfrm>
            <a:off x="895529" y="539225"/>
            <a:ext cx="4661891" cy="2434386"/>
          </a:xfrm>
        </p:spPr>
        <p:txBody>
          <a:bodyPr>
            <a:noAutofit/>
          </a:bodyPr>
          <a:lstStyle/>
          <a:p>
            <a:pPr>
              <a:lnSpc>
                <a:spcPct val="150000"/>
              </a:lnSpc>
            </a:pPr>
            <a:r>
              <a:rPr lang="en-US" sz="4000" dirty="0"/>
              <a:t>By Pearson’s Correlation Coefficient</a:t>
            </a:r>
            <a:r>
              <a:rPr lang="en-IN" sz="4000" dirty="0"/>
              <a:t>:</a:t>
            </a:r>
          </a:p>
        </p:txBody>
      </p:sp>
      <p:sp>
        <p:nvSpPr>
          <p:cNvPr id="3" name="Content Placeholder 2">
            <a:extLst>
              <a:ext uri="{FF2B5EF4-FFF2-40B4-BE49-F238E27FC236}">
                <a16:creationId xmlns:a16="http://schemas.microsoft.com/office/drawing/2014/main" id="{B34BD264-B274-4D4C-8E2B-C6F7606B254F}"/>
              </a:ext>
            </a:extLst>
          </p:cNvPr>
          <p:cNvSpPr>
            <a:spLocks noGrp="1"/>
          </p:cNvSpPr>
          <p:nvPr>
            <p:ph idx="4294967295"/>
          </p:nvPr>
        </p:nvSpPr>
        <p:spPr>
          <a:xfrm>
            <a:off x="639191" y="3556001"/>
            <a:ext cx="3090095" cy="2286000"/>
          </a:xfrm>
        </p:spPr>
        <p:txBody>
          <a:bodyPr>
            <a:normAutofit fontScale="55000" lnSpcReduction="20000"/>
          </a:bodyPr>
          <a:lstStyle/>
          <a:p>
            <a:pPr marL="457200" lvl="1" indent="0">
              <a:lnSpc>
                <a:spcPct val="150000"/>
              </a:lnSpc>
              <a:buNone/>
            </a:pPr>
            <a:r>
              <a:rPr lang="en-IN" sz="2400" dirty="0"/>
              <a:t>1. The correlation between social media addiction and self-esteem is </a:t>
            </a:r>
            <a:r>
              <a:rPr lang="en-IN" sz="2400" b="0" i="0" u="none" strike="noStrike" dirty="0">
                <a:solidFill>
                  <a:srgbClr val="000000"/>
                </a:solidFill>
                <a:effectLst/>
              </a:rPr>
              <a:t>-0.2890485</a:t>
            </a:r>
            <a:r>
              <a:rPr lang="en-IN" sz="2400" dirty="0"/>
              <a:t> which is negative. This means as the addiction/usage of Instagram increases, the user’s self-esteem decreases.</a:t>
            </a:r>
            <a:endParaRPr kumimoji="0" lang="en-US" sz="1600" b="0" i="0" u="none" strike="noStrike" kern="1200" cap="none" spc="0" normalizeH="0" baseline="0" noProof="0" dirty="0">
              <a:ln>
                <a:noFill/>
              </a:ln>
              <a:solidFill>
                <a:srgbClr val="C0C9C2">
                  <a:lumMod val="50000"/>
                </a:srgbClr>
              </a:solidFill>
              <a:effectLst/>
              <a:uLnTx/>
              <a:uFillTx/>
              <a:ea typeface="+mn-ea"/>
              <a:cs typeface="Biome Light" panose="020B0303030204020804" pitchFamily="34" charset="0"/>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C0C9C2">
                  <a:lumMod val="50000"/>
                </a:srgbClr>
              </a:solidFill>
              <a:effectLst/>
              <a:uLnTx/>
              <a:uFillTx/>
              <a:ea typeface="+mn-ea"/>
              <a:cs typeface="Biome Light" panose="020B0303030204020804" pitchFamily="34" charset="0"/>
            </a:endParaRPr>
          </a:p>
          <a:p>
            <a:endParaRPr lang="en-US" sz="1600" dirty="0">
              <a:solidFill>
                <a:schemeClr val="tx2">
                  <a:lumMod val="50000"/>
                </a:schemeClr>
              </a:solidFill>
              <a:cs typeface="Biome Light" panose="020B0303030204020804" pitchFamily="34" charset="0"/>
            </a:endParaRPr>
          </a:p>
        </p:txBody>
      </p:sp>
      <p:sp>
        <p:nvSpPr>
          <p:cNvPr id="25" name="Content Placeholder 24">
            <a:extLst>
              <a:ext uri="{FF2B5EF4-FFF2-40B4-BE49-F238E27FC236}">
                <a16:creationId xmlns:a16="http://schemas.microsoft.com/office/drawing/2014/main" id="{EEC41F11-47BD-44B1-BF22-D3C7965626ED}"/>
              </a:ext>
            </a:extLst>
          </p:cNvPr>
          <p:cNvSpPr>
            <a:spLocks noGrp="1"/>
          </p:cNvSpPr>
          <p:nvPr>
            <p:ph idx="4294967295"/>
          </p:nvPr>
        </p:nvSpPr>
        <p:spPr>
          <a:xfrm>
            <a:off x="3729286" y="3556001"/>
            <a:ext cx="3219855" cy="2285999"/>
          </a:xfrm>
        </p:spPr>
        <p:txBody>
          <a:bodyPr>
            <a:normAutofit fontScale="55000" lnSpcReduction="20000"/>
          </a:bodyPr>
          <a:lstStyle/>
          <a:p>
            <a:pPr marL="457200" lvl="1" indent="0">
              <a:lnSpc>
                <a:spcPct val="150000"/>
              </a:lnSpc>
              <a:buNone/>
            </a:pPr>
            <a:r>
              <a:rPr lang="en-IN" sz="2400" dirty="0"/>
              <a:t>2. The correlation between social media addiction and loneliness is </a:t>
            </a:r>
            <a:r>
              <a:rPr lang="en-IN" sz="2400" b="0" i="0" u="none" strike="noStrike" dirty="0">
                <a:solidFill>
                  <a:srgbClr val="000000"/>
                </a:solidFill>
                <a:effectLst/>
              </a:rPr>
              <a:t>0.10947755</a:t>
            </a:r>
            <a:r>
              <a:rPr lang="en-IN" sz="2400" dirty="0"/>
              <a:t>  which is positive. This means as the addiction/usage of Instagram increases, the user’s level of loneliness also increases.</a:t>
            </a:r>
            <a:endParaRPr lang="en-US" sz="2400" dirty="0"/>
          </a:p>
        </p:txBody>
      </p:sp>
      <p:sp>
        <p:nvSpPr>
          <p:cNvPr id="38" name="Date Placeholder 37">
            <a:extLst>
              <a:ext uri="{FF2B5EF4-FFF2-40B4-BE49-F238E27FC236}">
                <a16:creationId xmlns:a16="http://schemas.microsoft.com/office/drawing/2014/main" id="{44BB509D-E79A-48CF-9C7A-2B385FD379AF}"/>
              </a:ext>
            </a:extLst>
          </p:cNvPr>
          <p:cNvSpPr>
            <a:spLocks noGrp="1"/>
          </p:cNvSpPr>
          <p:nvPr>
            <p:ph type="dt" sz="half" idx="2"/>
          </p:nvPr>
        </p:nvSpPr>
        <p:spPr/>
        <p:txBody>
          <a:bodyPr/>
          <a:lstStyle/>
          <a:p>
            <a:fld id="{478CD27B-109C-41C9-9CF4-85F532F66BBB}" type="datetime1">
              <a:rPr lang="en-US" smtClean="0"/>
              <a:pPr/>
              <a:t>3/27/26</a:t>
            </a:fld>
            <a:endParaRPr lang="en-US" dirty="0"/>
          </a:p>
        </p:txBody>
      </p:sp>
      <p:sp>
        <p:nvSpPr>
          <p:cNvPr id="39" name="Slide Number Placeholder 38">
            <a:extLst>
              <a:ext uri="{FF2B5EF4-FFF2-40B4-BE49-F238E27FC236}">
                <a16:creationId xmlns:a16="http://schemas.microsoft.com/office/drawing/2014/main" id="{25AC8E0E-F9A1-4D3C-8AB5-4C215FD5C66A}"/>
              </a:ext>
            </a:extLst>
          </p:cNvPr>
          <p:cNvSpPr>
            <a:spLocks noGrp="1"/>
          </p:cNvSpPr>
          <p:nvPr>
            <p:ph type="sldNum" sz="quarter" idx="4"/>
          </p:nvPr>
        </p:nvSpPr>
        <p:spPr/>
        <p:txBody>
          <a:bodyPr/>
          <a:lstStyle/>
          <a:p>
            <a:pPr algn="l"/>
            <a:fld id="{294A09A9-5501-47C1-A89A-A340965A2BE2}" type="slidenum">
              <a:rPr lang="en-US" smtClean="0"/>
              <a:pPr algn="l"/>
              <a:t>8</a:t>
            </a:fld>
            <a:endParaRPr lang="en-US" dirty="0"/>
          </a:p>
        </p:txBody>
      </p:sp>
      <p:pic>
        <p:nvPicPr>
          <p:cNvPr id="11" name="Content Placeholder 3">
            <a:extLst>
              <a:ext uri="{FF2B5EF4-FFF2-40B4-BE49-F238E27FC236}">
                <a16:creationId xmlns:a16="http://schemas.microsoft.com/office/drawing/2014/main" id="{CC99B272-6A0D-46FA-86A8-BA8CAFED90C1}"/>
              </a:ext>
            </a:extLst>
          </p:cNvPr>
          <p:cNvPicPr>
            <a:picLocks noGrp="1" noChangeAspect="1"/>
          </p:cNvPicPr>
          <p:nvPr>
            <p:ph idx="4294967295"/>
          </p:nvPr>
        </p:nvPicPr>
        <p:blipFill rotWithShape="1">
          <a:blip r:embed="rId2"/>
          <a:srcRect l="14235" t="21161" r="49805" b="7363"/>
          <a:stretch/>
        </p:blipFill>
        <p:spPr>
          <a:xfrm>
            <a:off x="7569200" y="792480"/>
            <a:ext cx="4335754" cy="3088640"/>
          </a:xfrm>
        </p:spPr>
      </p:pic>
      <p:sp>
        <p:nvSpPr>
          <p:cNvPr id="6" name="TextBox 5">
            <a:extLst>
              <a:ext uri="{FF2B5EF4-FFF2-40B4-BE49-F238E27FC236}">
                <a16:creationId xmlns:a16="http://schemas.microsoft.com/office/drawing/2014/main" id="{C5875981-60A1-4AFD-9ED1-BF585A57F42C}"/>
              </a:ext>
            </a:extLst>
          </p:cNvPr>
          <p:cNvSpPr txBox="1"/>
          <p:nvPr/>
        </p:nvSpPr>
        <p:spPr>
          <a:xfrm>
            <a:off x="8453120" y="426720"/>
            <a:ext cx="2679478" cy="369332"/>
          </a:xfrm>
          <a:prstGeom prst="rect">
            <a:avLst/>
          </a:prstGeom>
          <a:noFill/>
        </p:spPr>
        <p:txBody>
          <a:bodyPr wrap="square" rtlCol="0">
            <a:spAutoFit/>
          </a:bodyPr>
          <a:lstStyle/>
          <a:p>
            <a:pPr algn="ctr"/>
            <a:r>
              <a:rPr lang="en-US" dirty="0"/>
              <a:t>SPSS</a:t>
            </a:r>
            <a:endParaRPr lang="en-IN" dirty="0"/>
          </a:p>
        </p:txBody>
      </p:sp>
      <p:sp>
        <p:nvSpPr>
          <p:cNvPr id="12" name="TextBox 11">
            <a:extLst>
              <a:ext uri="{FF2B5EF4-FFF2-40B4-BE49-F238E27FC236}">
                <a16:creationId xmlns:a16="http://schemas.microsoft.com/office/drawing/2014/main" id="{93BDC57A-C2BB-4756-A9BA-5ED2DE585DE3}"/>
              </a:ext>
            </a:extLst>
          </p:cNvPr>
          <p:cNvSpPr txBox="1"/>
          <p:nvPr/>
        </p:nvSpPr>
        <p:spPr>
          <a:xfrm>
            <a:off x="8453120" y="3973847"/>
            <a:ext cx="2679478" cy="369332"/>
          </a:xfrm>
          <a:prstGeom prst="rect">
            <a:avLst/>
          </a:prstGeom>
          <a:noFill/>
        </p:spPr>
        <p:txBody>
          <a:bodyPr wrap="square" rtlCol="0">
            <a:spAutoFit/>
          </a:bodyPr>
          <a:lstStyle/>
          <a:p>
            <a:pPr algn="ctr"/>
            <a:r>
              <a:rPr lang="en-US" dirty="0"/>
              <a:t>Excel</a:t>
            </a:r>
            <a:endParaRPr lang="en-IN" dirty="0"/>
          </a:p>
        </p:txBody>
      </p:sp>
      <p:pic>
        <p:nvPicPr>
          <p:cNvPr id="9" name="Picture 8">
            <a:extLst>
              <a:ext uri="{FF2B5EF4-FFF2-40B4-BE49-F238E27FC236}">
                <a16:creationId xmlns:a16="http://schemas.microsoft.com/office/drawing/2014/main" id="{EF9D95B6-A5F8-4222-B75E-22D757CD711B}"/>
              </a:ext>
            </a:extLst>
          </p:cNvPr>
          <p:cNvPicPr>
            <a:picLocks noChangeAspect="1"/>
          </p:cNvPicPr>
          <p:nvPr/>
        </p:nvPicPr>
        <p:blipFill rotWithShape="1">
          <a:blip r:embed="rId3"/>
          <a:srcRect l="55933" t="51852" r="5243" b="39111"/>
          <a:stretch/>
        </p:blipFill>
        <p:spPr>
          <a:xfrm>
            <a:off x="7569200" y="4343179"/>
            <a:ext cx="4335754" cy="619760"/>
          </a:xfrm>
          <a:prstGeom prst="rect">
            <a:avLst/>
          </a:prstGeom>
        </p:spPr>
      </p:pic>
      <p:sp>
        <p:nvSpPr>
          <p:cNvPr id="15" name="Text Placeholder 24">
            <a:extLst>
              <a:ext uri="{FF2B5EF4-FFF2-40B4-BE49-F238E27FC236}">
                <a16:creationId xmlns:a16="http://schemas.microsoft.com/office/drawing/2014/main" id="{1AF3635B-F771-4014-8BE7-029977B15327}"/>
              </a:ext>
            </a:extLst>
          </p:cNvPr>
          <p:cNvSpPr txBox="1">
            <a:spLocks/>
          </p:cNvSpPr>
          <p:nvPr/>
        </p:nvSpPr>
        <p:spPr>
          <a:xfrm>
            <a:off x="0" y="-214805"/>
            <a:ext cx="850067" cy="641525"/>
          </a:xfrm>
          <a:prstGeom prst="rect">
            <a:avLst/>
          </a:prstGeom>
        </p:spPr>
        <p:txBody>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b="1" dirty="0">
                <a:solidFill>
                  <a:schemeClr val="bg1"/>
                </a:solidFill>
              </a:rPr>
              <a:t>05</a:t>
            </a:r>
            <a:endParaRPr lang="en-US" b="1" dirty="0">
              <a:solidFill>
                <a:schemeClr val="bg1"/>
              </a:solidFill>
            </a:endParaRPr>
          </a:p>
        </p:txBody>
      </p:sp>
    </p:spTree>
    <p:extLst>
      <p:ext uri="{BB962C8B-B14F-4D97-AF65-F5344CB8AC3E}">
        <p14:creationId xmlns:p14="http://schemas.microsoft.com/office/powerpoint/2010/main" val="1753713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Date Placeholder 37">
            <a:extLst>
              <a:ext uri="{FF2B5EF4-FFF2-40B4-BE49-F238E27FC236}">
                <a16:creationId xmlns:a16="http://schemas.microsoft.com/office/drawing/2014/main" id="{44BB509D-E79A-48CF-9C7A-2B385FD379AF}"/>
              </a:ext>
            </a:extLst>
          </p:cNvPr>
          <p:cNvSpPr>
            <a:spLocks noGrp="1"/>
          </p:cNvSpPr>
          <p:nvPr>
            <p:ph type="dt" sz="half" idx="2"/>
          </p:nvPr>
        </p:nvSpPr>
        <p:spPr>
          <a:xfrm>
            <a:off x="133350" y="6492875"/>
            <a:ext cx="2743200" cy="365125"/>
          </a:xfrm>
        </p:spPr>
        <p:txBody>
          <a:bodyPr/>
          <a:lstStyle/>
          <a:p>
            <a:fld id="{478CD27B-109C-41C9-9CF4-85F532F66BBB}" type="datetime1">
              <a:rPr lang="en-US" smtClean="0"/>
              <a:t>3/27/26</a:t>
            </a:fld>
            <a:endParaRPr lang="en-US" dirty="0"/>
          </a:p>
        </p:txBody>
      </p:sp>
      <p:sp>
        <p:nvSpPr>
          <p:cNvPr id="39" name="Slide Number Placeholder 38">
            <a:extLst>
              <a:ext uri="{FF2B5EF4-FFF2-40B4-BE49-F238E27FC236}">
                <a16:creationId xmlns:a16="http://schemas.microsoft.com/office/drawing/2014/main" id="{25AC8E0E-F9A1-4D3C-8AB5-4C215FD5C66A}"/>
              </a:ext>
            </a:extLst>
          </p:cNvPr>
          <p:cNvSpPr>
            <a:spLocks noGrp="1"/>
          </p:cNvSpPr>
          <p:nvPr>
            <p:ph type="sldNum" sz="quarter" idx="4"/>
          </p:nvPr>
        </p:nvSpPr>
        <p:spPr>
          <a:xfrm>
            <a:off x="9315450" y="6492875"/>
            <a:ext cx="2743200" cy="365125"/>
          </a:xfrm>
        </p:spPr>
        <p:txBody>
          <a:bodyPr/>
          <a:lstStyle/>
          <a:p>
            <a:fld id="{294A09A9-5501-47C1-A89A-A340965A2BE2}" type="slidenum">
              <a:rPr lang="en-US" smtClean="0"/>
              <a:pPr/>
              <a:t>9</a:t>
            </a:fld>
            <a:endParaRPr lang="en-US" dirty="0"/>
          </a:p>
        </p:txBody>
      </p:sp>
      <p:sp>
        <p:nvSpPr>
          <p:cNvPr id="11" name="Title 17">
            <a:extLst>
              <a:ext uri="{FF2B5EF4-FFF2-40B4-BE49-F238E27FC236}">
                <a16:creationId xmlns:a16="http://schemas.microsoft.com/office/drawing/2014/main" id="{BA21F84C-43BE-4690-BAC7-941B54E8E7E0}"/>
              </a:ext>
            </a:extLst>
          </p:cNvPr>
          <p:cNvSpPr>
            <a:spLocks noGrp="1"/>
          </p:cNvSpPr>
          <p:nvPr>
            <p:ph type="title"/>
          </p:nvPr>
        </p:nvSpPr>
        <p:spPr>
          <a:xfrm>
            <a:off x="850067" y="374314"/>
            <a:ext cx="6749218" cy="1340615"/>
          </a:xfrm>
        </p:spPr>
        <p:txBody>
          <a:bodyPr/>
          <a:lstStyle/>
          <a:p>
            <a:r>
              <a:rPr lang="en-IN" sz="4500" dirty="0"/>
              <a:t>Conclusion</a:t>
            </a:r>
          </a:p>
        </p:txBody>
      </p:sp>
      <p:sp>
        <p:nvSpPr>
          <p:cNvPr id="7" name="Text Placeholder 24">
            <a:extLst>
              <a:ext uri="{FF2B5EF4-FFF2-40B4-BE49-F238E27FC236}">
                <a16:creationId xmlns:a16="http://schemas.microsoft.com/office/drawing/2014/main" id="{F87D35F3-26C0-4EF3-AF8F-6AF122CCB894}"/>
              </a:ext>
            </a:extLst>
          </p:cNvPr>
          <p:cNvSpPr txBox="1">
            <a:spLocks/>
          </p:cNvSpPr>
          <p:nvPr/>
        </p:nvSpPr>
        <p:spPr>
          <a:xfrm>
            <a:off x="0" y="-190289"/>
            <a:ext cx="850067" cy="641525"/>
          </a:xfrm>
          <a:prstGeom prst="rect">
            <a:avLst/>
          </a:prstGeom>
        </p:spPr>
        <p:txBody>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b="1" dirty="0">
                <a:solidFill>
                  <a:schemeClr val="bg1"/>
                </a:solidFill>
              </a:rPr>
              <a:t>06</a:t>
            </a:r>
            <a:endParaRPr lang="en-US" b="1" dirty="0">
              <a:solidFill>
                <a:schemeClr val="bg1"/>
              </a:solidFill>
            </a:endParaRPr>
          </a:p>
        </p:txBody>
      </p:sp>
      <p:sp>
        <p:nvSpPr>
          <p:cNvPr id="2" name="TextBox 1">
            <a:extLst>
              <a:ext uri="{FF2B5EF4-FFF2-40B4-BE49-F238E27FC236}">
                <a16:creationId xmlns:a16="http://schemas.microsoft.com/office/drawing/2014/main" id="{5DFBA751-A7E5-4E78-ABEE-D51180384B71}"/>
              </a:ext>
            </a:extLst>
          </p:cNvPr>
          <p:cNvSpPr txBox="1"/>
          <p:nvPr/>
        </p:nvSpPr>
        <p:spPr>
          <a:xfrm>
            <a:off x="990600" y="1714929"/>
            <a:ext cx="10715625" cy="503464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sz="1800" dirty="0">
                <a:solidFill>
                  <a:srgbClr val="5B6A5E"/>
                </a:solidFill>
              </a:rPr>
              <a:t>Since, the correlation between social media addiction and self-esteem is </a:t>
            </a:r>
            <a:r>
              <a:rPr lang="en-IN" sz="1800" b="0" i="0" u="none" strike="noStrike" dirty="0">
                <a:solidFill>
                  <a:srgbClr val="5B6A5E"/>
                </a:solidFill>
                <a:effectLst/>
              </a:rPr>
              <a:t>-0.2890485</a:t>
            </a:r>
            <a:r>
              <a:rPr lang="en-IN" sz="1800" dirty="0">
                <a:solidFill>
                  <a:srgbClr val="5B6A5E"/>
                </a:solidFill>
              </a:rPr>
              <a:t> which is negative, it can be concluded </a:t>
            </a:r>
            <a:r>
              <a:rPr lang="en-IN" dirty="0">
                <a:solidFill>
                  <a:srgbClr val="5B6A5E"/>
                </a:solidFill>
              </a:rPr>
              <a:t>that as </a:t>
            </a:r>
            <a:r>
              <a:rPr lang="en-IN" sz="1800" dirty="0">
                <a:solidFill>
                  <a:srgbClr val="5B6A5E"/>
                </a:solidFill>
              </a:rPr>
              <a:t>addiction/usage of Instagram increases, the user’s self-esteem decreases and;</a:t>
            </a:r>
            <a:endParaRPr lang="en-US" sz="1800" dirty="0">
              <a:solidFill>
                <a:srgbClr val="5B6A5E"/>
              </a:solidFill>
            </a:endParaRPr>
          </a:p>
          <a:p>
            <a:pPr marL="285750" indent="-285750">
              <a:lnSpc>
                <a:spcPct val="150000"/>
              </a:lnSpc>
              <a:buFont typeface="Arial" panose="020B0604020202020204" pitchFamily="34" charset="0"/>
              <a:buChar char="•"/>
            </a:pPr>
            <a:r>
              <a:rPr lang="en-IN" sz="1800" dirty="0">
                <a:solidFill>
                  <a:srgbClr val="5B6A5E"/>
                </a:solidFill>
              </a:rPr>
              <a:t>The correlation between social media addiction and loneliness is </a:t>
            </a:r>
            <a:r>
              <a:rPr lang="en-IN" sz="1800" b="0" i="0" u="none" strike="noStrike" dirty="0">
                <a:solidFill>
                  <a:srgbClr val="5B6A5E"/>
                </a:solidFill>
                <a:effectLst/>
              </a:rPr>
              <a:t>0.10947755</a:t>
            </a:r>
            <a:r>
              <a:rPr lang="en-IN" sz="1800" dirty="0">
                <a:solidFill>
                  <a:srgbClr val="5B6A5E"/>
                </a:solidFill>
              </a:rPr>
              <a:t>  which is positive, meaning as the addiction/usage of Instagram increases, the user’s level of loneliness also increases.</a:t>
            </a:r>
            <a:endParaRPr lang="en-US" sz="1800" dirty="0">
              <a:solidFill>
                <a:srgbClr val="5B6A5E"/>
              </a:solidFill>
            </a:endParaRPr>
          </a:p>
          <a:p>
            <a:pPr marL="285750" indent="-285750">
              <a:lnSpc>
                <a:spcPct val="150000"/>
              </a:lnSpc>
              <a:buFont typeface="Arial" panose="020B0604020202020204" pitchFamily="34" charset="0"/>
              <a:buChar char="•"/>
            </a:pPr>
            <a:r>
              <a:rPr lang="en-US" sz="1800" dirty="0">
                <a:solidFill>
                  <a:srgbClr val="5B6A5E"/>
                </a:solidFill>
              </a:rPr>
              <a:t>Hence, we reject the null hypothesis- that Instagram doesn’t have a negative impact on teenagers’ and young adult’s  mental health, i.e., the level of self-esteem and loneliness.</a:t>
            </a:r>
          </a:p>
          <a:p>
            <a:pPr marL="285750" indent="-285750">
              <a:lnSpc>
                <a:spcPct val="150000"/>
              </a:lnSpc>
              <a:buFont typeface="Arial" panose="020B0604020202020204" pitchFamily="34" charset="0"/>
              <a:buChar char="•"/>
            </a:pPr>
            <a:r>
              <a:rPr lang="en-US" dirty="0">
                <a:solidFill>
                  <a:srgbClr val="5B6A5E"/>
                </a:solidFill>
              </a:rPr>
              <a:t>Although, there can be many reasons for increased levels of loneliness and decreased levels of self-esteem, we can also infer that Instagram does have an effect on mental health of teenagers and young adults. </a:t>
            </a:r>
            <a:endParaRPr lang="en-IN" sz="1800" dirty="0">
              <a:solidFill>
                <a:srgbClr val="5B6A5E"/>
              </a:solidFill>
            </a:endParaRPr>
          </a:p>
          <a:p>
            <a:pPr marL="285750" indent="-285750">
              <a:lnSpc>
                <a:spcPct val="150000"/>
              </a:lnSpc>
              <a:buFont typeface="Arial" panose="020B0604020202020204" pitchFamily="34" charset="0"/>
              <a:buChar char="•"/>
            </a:pPr>
            <a:endParaRPr lang="en-IN" dirty="0">
              <a:solidFill>
                <a:srgbClr val="5B6A5E"/>
              </a:solidFill>
            </a:endParaRPr>
          </a:p>
        </p:txBody>
      </p:sp>
    </p:spTree>
    <p:extLst>
      <p:ext uri="{BB962C8B-B14F-4D97-AF65-F5344CB8AC3E}">
        <p14:creationId xmlns:p14="http://schemas.microsoft.com/office/powerpoint/2010/main" val="960190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Content Placeholder 25">
            <a:extLst>
              <a:ext uri="{FF2B5EF4-FFF2-40B4-BE49-F238E27FC236}">
                <a16:creationId xmlns:a16="http://schemas.microsoft.com/office/drawing/2014/main" id="{34CC2084-FCB9-4F4B-8B47-44B2A81D5235}"/>
              </a:ext>
            </a:extLst>
          </p:cNvPr>
          <p:cNvSpPr>
            <a:spLocks noGrp="1"/>
          </p:cNvSpPr>
          <p:nvPr>
            <p:ph idx="4294967295"/>
          </p:nvPr>
        </p:nvSpPr>
        <p:spPr>
          <a:xfrm>
            <a:off x="850066" y="1799904"/>
            <a:ext cx="9830503" cy="4687078"/>
          </a:xfrm>
        </p:spPr>
        <p:txBody>
          <a:bodyPr>
            <a:normAutofit/>
          </a:bodyPr>
          <a:lstStyle/>
          <a:p>
            <a:pPr>
              <a:lnSpc>
                <a:spcPct val="107000"/>
              </a:lnSpc>
              <a:spcAft>
                <a:spcPts val="800"/>
              </a:spcAft>
            </a:pPr>
            <a:r>
              <a:rPr lang="en-US" sz="1800" u="sng" dirty="0">
                <a:solidFill>
                  <a:schemeClr val="accent2">
                    <a:lumMod val="50000"/>
                  </a:schemeClr>
                </a:solidFill>
                <a:effectLst/>
                <a:latin typeface="Calibri" panose="020F0502020204030204" pitchFamily="34" charset="0"/>
                <a:ea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http://www.integrativehealthpartners.org/downloads/ACTmeasures.pdf#page=61</a:t>
            </a:r>
            <a:r>
              <a:rPr lang="en-US" sz="1800" dirty="0">
                <a:solidFill>
                  <a:schemeClr val="accent2">
                    <a:lumMod val="50000"/>
                  </a:schemeClr>
                </a:solidFill>
                <a:effectLst/>
                <a:latin typeface="Calibri" panose="020F0502020204030204" pitchFamily="34" charset="0"/>
                <a:ea typeface="Calibri" panose="020F0502020204030204" pitchFamily="34" charset="0"/>
                <a:cs typeface="Calibri" panose="020F0502020204030204" pitchFamily="34" charset="0"/>
              </a:rPr>
              <a:t> </a:t>
            </a:r>
          </a:p>
          <a:p>
            <a:pPr>
              <a:lnSpc>
                <a:spcPct val="107000"/>
              </a:lnSpc>
              <a:spcAft>
                <a:spcPts val="800"/>
              </a:spcAft>
            </a:pPr>
            <a:r>
              <a:rPr lang="en-US" sz="1800" u="sng" dirty="0">
                <a:solidFill>
                  <a:schemeClr val="accent2">
                    <a:lumMod val="50000"/>
                  </a:schemeClr>
                </a:solidFill>
                <a:effectLst/>
                <a:latin typeface="Calibri" panose="020F0502020204030204" pitchFamily="34" charset="0"/>
                <a:ea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https://docs.google.com/document/d/12s39QphZCqI2fNi10Fn75cl3F_Hr7o2-yk-cU4C_LTc/edit</a:t>
            </a:r>
            <a:r>
              <a:rPr lang="en-US" sz="1800" dirty="0">
                <a:solidFill>
                  <a:schemeClr val="accent2">
                    <a:lumMod val="50000"/>
                  </a:schemeClr>
                </a:solidFill>
                <a:effectLst/>
                <a:latin typeface="Calibri" panose="020F0502020204030204" pitchFamily="34" charset="0"/>
                <a:ea typeface="Calibri" panose="020F0502020204030204" pitchFamily="34" charset="0"/>
                <a:cs typeface="Calibri" panose="020F0502020204030204" pitchFamily="34" charset="0"/>
              </a:rPr>
              <a:t> </a:t>
            </a:r>
          </a:p>
          <a:p>
            <a:pPr>
              <a:lnSpc>
                <a:spcPct val="107000"/>
              </a:lnSpc>
              <a:spcAft>
                <a:spcPts val="800"/>
              </a:spcAft>
            </a:pPr>
            <a:r>
              <a:rPr lang="en-US" sz="1800" u="sng" dirty="0">
                <a:solidFill>
                  <a:schemeClr val="accent2">
                    <a:lumMod val="50000"/>
                  </a:schemeClr>
                </a:solidFill>
                <a:effectLst/>
                <a:latin typeface="Calibri" panose="020F0502020204030204" pitchFamily="34" charset="0"/>
                <a:ea typeface="Calibri" panose="020F0502020204030204" pitchFamily="34" charset="0"/>
                <a:cs typeface="Calibri" panose="020F0502020204030204" pitchFamily="34" charset="0"/>
                <a:hlinkClick r:id="rId4">
                  <a:extLst>
                    <a:ext uri="{A12FA001-AC4F-418D-AE19-62706E023703}">
                      <ahyp:hlinkClr xmlns:ahyp="http://schemas.microsoft.com/office/drawing/2018/hyperlinkcolor" val="tx"/>
                    </a:ext>
                  </a:extLst>
                </a:hlinkClick>
              </a:rPr>
              <a:t>https://osf.io/jcwb9/download</a:t>
            </a:r>
            <a:endParaRPr lang="en-US" sz="1800" dirty="0">
              <a:solidFill>
                <a:schemeClr val="accent2">
                  <a:lumMod val="50000"/>
                </a:schemeClr>
              </a:solidFill>
              <a:effectLst/>
              <a:latin typeface="Calibri" panose="020F0502020204030204" pitchFamily="34" charset="0"/>
              <a:ea typeface="Calibri" panose="020F0502020204030204" pitchFamily="34" charset="0"/>
              <a:cs typeface="Calibri" panose="020F0502020204030204" pitchFamily="34" charset="0"/>
            </a:endParaRPr>
          </a:p>
          <a:p>
            <a:pPr>
              <a:lnSpc>
                <a:spcPct val="107000"/>
              </a:lnSpc>
              <a:spcAft>
                <a:spcPts val="800"/>
              </a:spcAft>
            </a:pPr>
            <a:r>
              <a:rPr lang="en-US" sz="1800" u="sng" dirty="0">
                <a:solidFill>
                  <a:schemeClr val="accent2">
                    <a:lumMod val="50000"/>
                  </a:schemeClr>
                </a:solidFill>
                <a:effectLst/>
                <a:latin typeface="Calibri" panose="020F0502020204030204" pitchFamily="34" charset="0"/>
                <a:ea typeface="Calibri" panose="020F0502020204030204" pitchFamily="34" charset="0"/>
                <a:cs typeface="Calibri" panose="020F0502020204030204" pitchFamily="34" charset="0"/>
                <a:hlinkClick r:id="rId5">
                  <a:extLst>
                    <a:ext uri="{A12FA001-AC4F-418D-AE19-62706E023703}">
                      <ahyp:hlinkClr xmlns:ahyp="http://schemas.microsoft.com/office/drawing/2018/hyperlinkcolor" val="tx"/>
                    </a:ext>
                  </a:extLst>
                </a:hlinkClick>
              </a:rPr>
              <a:t>https://www.researchgate.net/publication/</a:t>
            </a:r>
            <a:r>
              <a:rPr lang="en-US" sz="1800" u="sng">
                <a:solidFill>
                  <a:schemeClr val="accent2">
                    <a:lumMod val="50000"/>
                  </a:schemeClr>
                </a:solidFill>
                <a:effectLst/>
                <a:latin typeface="Calibri" panose="020F0502020204030204" pitchFamily="34" charset="0"/>
                <a:ea typeface="Calibri" panose="020F0502020204030204" pitchFamily="34" charset="0"/>
                <a:cs typeface="Calibri" panose="020F0502020204030204" pitchFamily="34" charset="0"/>
                <a:hlinkClick r:id="rId5">
                  <a:extLst>
                    <a:ext uri="{A12FA001-AC4F-418D-AE19-62706E023703}">
                      <ahyp:hlinkClr xmlns:ahyp="http://schemas.microsoft.com/office/drawing/2018/hyperlinkcolor" val="tx"/>
                    </a:ext>
                  </a:extLst>
                </a:hlinkClick>
              </a:rPr>
              <a:t>271880765_</a:t>
            </a:r>
            <a:endParaRPr lang="en-IN" sz="1800" dirty="0">
              <a:solidFill>
                <a:schemeClr val="accent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u="sng" dirty="0">
                <a:solidFill>
                  <a:schemeClr val="accent2">
                    <a:lumMod val="50000"/>
                  </a:schemeClr>
                </a:solidFill>
                <a:effectLst/>
                <a:latin typeface="Calibri" panose="020F0502020204030204" pitchFamily="34" charset="0"/>
                <a:ea typeface="Calibri" panose="020F0502020204030204" pitchFamily="34" charset="0"/>
                <a:cs typeface="Calibri" panose="020F0502020204030204" pitchFamily="34" charset="0"/>
                <a:hlinkClick r:id="rId6">
                  <a:extLst>
                    <a:ext uri="{A12FA001-AC4F-418D-AE19-62706E023703}">
                      <ahyp:hlinkClr xmlns:ahyp="http://schemas.microsoft.com/office/drawing/2018/hyperlinkcolor" val="tx"/>
                    </a:ext>
                  </a:extLst>
                </a:hlinkClick>
              </a:rPr>
              <a:t>https://cyberpsychology.eu/article/view/11562/10369</a:t>
            </a:r>
            <a:endParaRPr lang="en-IN" sz="1800" dirty="0">
              <a:solidFill>
                <a:schemeClr val="accent2">
                  <a:lumMod val="50000"/>
                </a:schemeClr>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u="sng" dirty="0">
                <a:solidFill>
                  <a:schemeClr val="accent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hlinkClick r:id="rId7">
                  <a:extLst>
                    <a:ext uri="{A12FA001-AC4F-418D-AE19-62706E023703}">
                      <ahyp:hlinkClr xmlns:ahyp="http://schemas.microsoft.com/office/drawing/2018/hyperlinkcolor" val="tx"/>
                    </a:ext>
                  </a:extLst>
                </a:hlinkClick>
              </a:rPr>
              <a:t>https://uxdesign.cc/the-psychology-of-why-social-media-is-so-addictive-67830266657d</a:t>
            </a:r>
            <a:endParaRPr lang="en-IN" sz="1800" dirty="0">
              <a:solidFill>
                <a:schemeClr val="accent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solidFill>
                <a:schemeClr val="accent2">
                  <a:lumMod val="50000"/>
                </a:schemeClr>
              </a:solidFill>
              <a:cs typeface="Biome Light" panose="020B0303030204020804" pitchFamily="34" charset="0"/>
            </a:endParaRPr>
          </a:p>
        </p:txBody>
      </p:sp>
      <p:sp>
        <p:nvSpPr>
          <p:cNvPr id="38" name="Date Placeholder 37">
            <a:extLst>
              <a:ext uri="{FF2B5EF4-FFF2-40B4-BE49-F238E27FC236}">
                <a16:creationId xmlns:a16="http://schemas.microsoft.com/office/drawing/2014/main" id="{44BB509D-E79A-48CF-9C7A-2B385FD379AF}"/>
              </a:ext>
            </a:extLst>
          </p:cNvPr>
          <p:cNvSpPr>
            <a:spLocks noGrp="1"/>
          </p:cNvSpPr>
          <p:nvPr>
            <p:ph type="dt" sz="half" idx="2"/>
          </p:nvPr>
        </p:nvSpPr>
        <p:spPr/>
        <p:txBody>
          <a:bodyPr/>
          <a:lstStyle/>
          <a:p>
            <a:fld id="{478CD27B-109C-41C9-9CF4-85F532F66BBB}" type="datetime1">
              <a:rPr lang="en-US" smtClean="0"/>
              <a:t>3/27/26</a:t>
            </a:fld>
            <a:endParaRPr lang="en-US" dirty="0"/>
          </a:p>
        </p:txBody>
      </p:sp>
      <p:sp>
        <p:nvSpPr>
          <p:cNvPr id="39" name="Slide Number Placeholder 38">
            <a:extLst>
              <a:ext uri="{FF2B5EF4-FFF2-40B4-BE49-F238E27FC236}">
                <a16:creationId xmlns:a16="http://schemas.microsoft.com/office/drawing/2014/main" id="{25AC8E0E-F9A1-4D3C-8AB5-4C215FD5C66A}"/>
              </a:ext>
            </a:extLst>
          </p:cNvPr>
          <p:cNvSpPr>
            <a:spLocks noGrp="1"/>
          </p:cNvSpPr>
          <p:nvPr>
            <p:ph type="sldNum" sz="quarter" idx="4"/>
          </p:nvPr>
        </p:nvSpPr>
        <p:spPr/>
        <p:txBody>
          <a:bodyPr/>
          <a:lstStyle/>
          <a:p>
            <a:fld id="{294A09A9-5501-47C1-A89A-A340965A2BE2}" type="slidenum">
              <a:rPr lang="en-US" smtClean="0"/>
              <a:pPr/>
              <a:t>10</a:t>
            </a:fld>
            <a:endParaRPr lang="en-US" dirty="0"/>
          </a:p>
        </p:txBody>
      </p:sp>
      <p:sp>
        <p:nvSpPr>
          <p:cNvPr id="11" name="Title 17">
            <a:extLst>
              <a:ext uri="{FF2B5EF4-FFF2-40B4-BE49-F238E27FC236}">
                <a16:creationId xmlns:a16="http://schemas.microsoft.com/office/drawing/2014/main" id="{BA21F84C-43BE-4690-BAC7-941B54E8E7E0}"/>
              </a:ext>
            </a:extLst>
          </p:cNvPr>
          <p:cNvSpPr>
            <a:spLocks noGrp="1"/>
          </p:cNvSpPr>
          <p:nvPr>
            <p:ph type="title"/>
          </p:nvPr>
        </p:nvSpPr>
        <p:spPr>
          <a:xfrm>
            <a:off x="850066" y="368421"/>
            <a:ext cx="6749218" cy="1340615"/>
          </a:xfrm>
        </p:spPr>
        <p:txBody>
          <a:bodyPr/>
          <a:lstStyle/>
          <a:p>
            <a:r>
              <a:rPr lang="en-US" sz="4500" dirty="0"/>
              <a:t>B</a:t>
            </a:r>
            <a:r>
              <a:rPr lang="en-IN" sz="4500" dirty="0"/>
              <a:t>ibliography</a:t>
            </a:r>
          </a:p>
        </p:txBody>
      </p:sp>
      <p:sp>
        <p:nvSpPr>
          <p:cNvPr id="7" name="Text Placeholder 24">
            <a:extLst>
              <a:ext uri="{FF2B5EF4-FFF2-40B4-BE49-F238E27FC236}">
                <a16:creationId xmlns:a16="http://schemas.microsoft.com/office/drawing/2014/main" id="{F87D35F3-26C0-4EF3-AF8F-6AF122CCB894}"/>
              </a:ext>
            </a:extLst>
          </p:cNvPr>
          <p:cNvSpPr txBox="1">
            <a:spLocks/>
          </p:cNvSpPr>
          <p:nvPr/>
        </p:nvSpPr>
        <p:spPr>
          <a:xfrm>
            <a:off x="0" y="-171504"/>
            <a:ext cx="850067" cy="641525"/>
          </a:xfrm>
          <a:prstGeom prst="rect">
            <a:avLst/>
          </a:prstGeom>
        </p:spPr>
        <p:txBody>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b="1" dirty="0">
                <a:solidFill>
                  <a:schemeClr val="bg1"/>
                </a:solidFill>
              </a:rPr>
              <a:t>07</a:t>
            </a:r>
            <a:endParaRPr lang="en-US" b="1" dirty="0">
              <a:solidFill>
                <a:schemeClr val="bg1"/>
              </a:solidFill>
            </a:endParaRPr>
          </a:p>
        </p:txBody>
      </p:sp>
    </p:spTree>
    <p:extLst>
      <p:ext uri="{BB962C8B-B14F-4D97-AF65-F5344CB8AC3E}">
        <p14:creationId xmlns:p14="http://schemas.microsoft.com/office/powerpoint/2010/main" val="3245494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C915F6-DB15-4262-8250-95CF612B262D}"/>
              </a:ext>
            </a:extLst>
          </p:cNvPr>
          <p:cNvSpPr>
            <a:spLocks noGrp="1"/>
          </p:cNvSpPr>
          <p:nvPr>
            <p:ph type="dt" sz="half" idx="2"/>
          </p:nvPr>
        </p:nvSpPr>
        <p:spPr/>
        <p:txBody>
          <a:bodyPr/>
          <a:lstStyle/>
          <a:p>
            <a:fld id="{C5DB74C9-B808-4394-A017-79C83B2524EF}" type="datetime1">
              <a:rPr lang="en-US" smtClean="0"/>
              <a:t>3/27/26</a:t>
            </a:fld>
            <a:endParaRPr lang="en-US" dirty="0"/>
          </a:p>
        </p:txBody>
      </p:sp>
      <p:sp>
        <p:nvSpPr>
          <p:cNvPr id="3" name="Slide Number Placeholder 2">
            <a:extLst>
              <a:ext uri="{FF2B5EF4-FFF2-40B4-BE49-F238E27FC236}">
                <a16:creationId xmlns:a16="http://schemas.microsoft.com/office/drawing/2014/main" id="{4E2CBFE8-BEBD-4D1E-A725-8C0AE0984DE5}"/>
              </a:ext>
            </a:extLst>
          </p:cNvPr>
          <p:cNvSpPr>
            <a:spLocks noGrp="1"/>
          </p:cNvSpPr>
          <p:nvPr>
            <p:ph type="sldNum" sz="quarter" idx="4"/>
          </p:nvPr>
        </p:nvSpPr>
        <p:spPr/>
        <p:txBody>
          <a:bodyPr/>
          <a:lstStyle/>
          <a:p>
            <a:fld id="{294A09A9-5501-47C1-A89A-A340965A2BE2}" type="slidenum">
              <a:rPr lang="en-US" smtClean="0"/>
              <a:pPr/>
              <a:t>11</a:t>
            </a:fld>
            <a:endParaRPr lang="en-US" dirty="0"/>
          </a:p>
        </p:txBody>
      </p:sp>
      <p:sp>
        <p:nvSpPr>
          <p:cNvPr id="4" name="Content Placeholder 3">
            <a:extLst>
              <a:ext uri="{FF2B5EF4-FFF2-40B4-BE49-F238E27FC236}">
                <a16:creationId xmlns:a16="http://schemas.microsoft.com/office/drawing/2014/main" id="{B134E5D2-29F2-4656-86D8-934C235EC4D4}"/>
              </a:ext>
            </a:extLst>
          </p:cNvPr>
          <p:cNvSpPr>
            <a:spLocks noGrp="1"/>
          </p:cNvSpPr>
          <p:nvPr>
            <p:ph sz="quarter" idx="11"/>
          </p:nvPr>
        </p:nvSpPr>
        <p:spPr>
          <a:xfrm>
            <a:off x="854075" y="1121790"/>
            <a:ext cx="10499725" cy="5364735"/>
          </a:xfrm>
        </p:spPr>
        <p:txBody>
          <a:bodyPr>
            <a:normAutofit fontScale="85000" lnSpcReduction="10000"/>
          </a:bodyPr>
          <a:lstStyle/>
          <a:p>
            <a:pPr>
              <a:lnSpc>
                <a:spcPct val="115000"/>
              </a:lnSpc>
            </a:pPr>
            <a:r>
              <a:rPr lang="en-IN" sz="1800" dirty="0">
                <a:solidFill>
                  <a:schemeClr val="accent2">
                    <a:lumMod val="50000"/>
                  </a:schemeClr>
                </a:solidFill>
                <a:effectLst/>
                <a:latin typeface="+mj-lt"/>
                <a:ea typeface="Calibri" panose="020F0502020204030204" pitchFamily="34" charset="0"/>
                <a:cs typeface="Times New Roman" panose="02020603050405020304" pitchFamily="18" charset="0"/>
              </a:rPr>
              <a:t>Przybylski, A. K., Murayama, K., </a:t>
            </a:r>
            <a:r>
              <a:rPr lang="en-IN" sz="1800" dirty="0" err="1">
                <a:solidFill>
                  <a:schemeClr val="accent2">
                    <a:lumMod val="50000"/>
                  </a:schemeClr>
                </a:solidFill>
                <a:effectLst/>
                <a:latin typeface="+mj-lt"/>
                <a:ea typeface="Calibri" panose="020F0502020204030204" pitchFamily="34" charset="0"/>
                <a:cs typeface="Times New Roman" panose="02020603050405020304" pitchFamily="18" charset="0"/>
              </a:rPr>
              <a:t>DeHaan</a:t>
            </a:r>
            <a:r>
              <a:rPr lang="en-IN" sz="1800" dirty="0">
                <a:solidFill>
                  <a:schemeClr val="accent2">
                    <a:lumMod val="50000"/>
                  </a:schemeClr>
                </a:solidFill>
                <a:effectLst/>
                <a:latin typeface="+mj-lt"/>
                <a:ea typeface="Calibri" panose="020F0502020204030204" pitchFamily="34" charset="0"/>
                <a:cs typeface="Times New Roman" panose="02020603050405020304" pitchFamily="18" charset="0"/>
              </a:rPr>
              <a:t>, C. R., &amp; Gladwell, V. (2013). Motivational, emotional, and behavioural correlates of fear of missing out. Computers in Human Behaviour, 29, 1814-1848.</a:t>
            </a:r>
          </a:p>
          <a:p>
            <a:pPr>
              <a:lnSpc>
                <a:spcPct val="115000"/>
              </a:lnSpc>
            </a:pPr>
            <a:r>
              <a:rPr lang="en-IN" sz="1800" dirty="0">
                <a:solidFill>
                  <a:schemeClr val="accent2">
                    <a:lumMod val="50000"/>
                  </a:schemeClr>
                </a:solidFill>
                <a:effectLst/>
                <a:latin typeface="+mj-lt"/>
                <a:ea typeface="Calibri" panose="020F0502020204030204" pitchFamily="34" charset="0"/>
                <a:cs typeface="Times New Roman" panose="02020603050405020304" pitchFamily="18" charset="0"/>
              </a:rPr>
              <a:t>Social Media and Loneliness - Forever connected? Roman Yavich2, </a:t>
            </a:r>
            <a:r>
              <a:rPr lang="en-IN" sz="1800" dirty="0" err="1">
                <a:solidFill>
                  <a:schemeClr val="accent2">
                    <a:lumMod val="50000"/>
                  </a:schemeClr>
                </a:solidFill>
                <a:effectLst/>
                <a:latin typeface="+mj-lt"/>
                <a:ea typeface="Calibri" panose="020F0502020204030204" pitchFamily="34" charset="0"/>
                <a:cs typeface="Times New Roman" panose="02020603050405020304" pitchFamily="18" charset="0"/>
              </a:rPr>
              <a:t>Nitza</a:t>
            </a:r>
            <a:r>
              <a:rPr lang="en-IN" sz="1800" dirty="0">
                <a:solidFill>
                  <a:schemeClr val="accent2">
                    <a:lumMod val="50000"/>
                  </a:schemeClr>
                </a:solidFill>
                <a:effectLst/>
                <a:latin typeface="+mj-lt"/>
                <a:ea typeface="Calibri" panose="020F0502020204030204" pitchFamily="34" charset="0"/>
                <a:cs typeface="Times New Roman" panose="02020603050405020304" pitchFamily="18" charset="0"/>
              </a:rPr>
              <a:t> Davidovitch1 &amp; </a:t>
            </a:r>
            <a:r>
              <a:rPr lang="en-IN" sz="1800" dirty="0" err="1">
                <a:solidFill>
                  <a:schemeClr val="accent2">
                    <a:lumMod val="50000"/>
                  </a:schemeClr>
                </a:solidFill>
                <a:effectLst/>
                <a:latin typeface="+mj-lt"/>
                <a:ea typeface="Calibri" panose="020F0502020204030204" pitchFamily="34" charset="0"/>
                <a:cs typeface="Times New Roman" panose="02020603050405020304" pitchFamily="18" charset="0"/>
              </a:rPr>
              <a:t>Zeev</a:t>
            </a:r>
            <a:r>
              <a:rPr lang="en-IN" sz="1800" dirty="0">
                <a:solidFill>
                  <a:schemeClr val="accent2">
                    <a:lumMod val="50000"/>
                  </a:schemeClr>
                </a:solidFill>
                <a:effectLst/>
                <a:latin typeface="+mj-lt"/>
                <a:ea typeface="Calibri" panose="020F0502020204030204" pitchFamily="34" charset="0"/>
                <a:cs typeface="Times New Roman" panose="02020603050405020304" pitchFamily="18" charset="0"/>
              </a:rPr>
              <a:t> Frenkel2</a:t>
            </a:r>
          </a:p>
          <a:p>
            <a:pPr>
              <a:lnSpc>
                <a:spcPct val="115000"/>
              </a:lnSpc>
            </a:pPr>
            <a:r>
              <a:rPr lang="en-IN" sz="1800" dirty="0">
                <a:solidFill>
                  <a:schemeClr val="accent2">
                    <a:lumMod val="50000"/>
                  </a:schemeClr>
                </a:solidFill>
                <a:effectLst/>
                <a:latin typeface="+mj-lt"/>
                <a:ea typeface="Calibri" panose="020F0502020204030204" pitchFamily="34" charset="0"/>
                <a:cs typeface="Times New Roman" panose="02020603050405020304" pitchFamily="18" charset="0"/>
              </a:rPr>
              <a:t>Instagram and its Relationship Between Self-Esteem and Depression Amongst Young Adults. Cheyanne, El </a:t>
            </a:r>
            <a:r>
              <a:rPr lang="en-IN" sz="1800" dirty="0" err="1">
                <a:solidFill>
                  <a:schemeClr val="accent2">
                    <a:lumMod val="50000"/>
                  </a:schemeClr>
                </a:solidFill>
                <a:effectLst/>
                <a:latin typeface="+mj-lt"/>
                <a:ea typeface="Calibri" panose="020F0502020204030204" pitchFamily="34" charset="0"/>
                <a:cs typeface="Times New Roman" panose="02020603050405020304" pitchFamily="18" charset="0"/>
              </a:rPr>
              <a:t>Khouly</a:t>
            </a:r>
            <a:r>
              <a:rPr lang="en-IN" sz="1800" dirty="0">
                <a:solidFill>
                  <a:schemeClr val="accent2">
                    <a:lumMod val="50000"/>
                  </a:schemeClr>
                </a:solidFill>
                <a:effectLst/>
                <a:latin typeface="+mj-lt"/>
                <a:ea typeface="Calibri" panose="020F0502020204030204" pitchFamily="34" charset="0"/>
                <a:cs typeface="Times New Roman" panose="02020603050405020304" pitchFamily="18" charset="0"/>
              </a:rPr>
              <a:t>.</a:t>
            </a:r>
          </a:p>
          <a:p>
            <a:pPr>
              <a:lnSpc>
                <a:spcPct val="115000"/>
              </a:lnSpc>
            </a:pPr>
            <a:r>
              <a:rPr lang="en-IN" sz="1800" dirty="0">
                <a:solidFill>
                  <a:schemeClr val="accent2">
                    <a:lumMod val="50000"/>
                  </a:schemeClr>
                </a:solidFill>
                <a:effectLst/>
                <a:latin typeface="+mj-lt"/>
                <a:ea typeface="Calibri" panose="020F0502020204030204" pitchFamily="34" charset="0"/>
                <a:cs typeface="Times New Roman" panose="02020603050405020304" pitchFamily="18" charset="0"/>
              </a:rPr>
              <a:t>Yang, C. (2016). Instagram Use, Loneliness, and Social Comparison Orientation: Interact and Browse on Social media, But Do not Compare. Cyber psychology &amp; Behaviour. 703 – 708</a:t>
            </a:r>
          </a:p>
          <a:p>
            <a:pPr>
              <a:lnSpc>
                <a:spcPct val="115000"/>
              </a:lnSpc>
            </a:pPr>
            <a:r>
              <a:rPr lang="en-IN" sz="1800" dirty="0">
                <a:solidFill>
                  <a:schemeClr val="accent2">
                    <a:lumMod val="50000"/>
                  </a:schemeClr>
                </a:solidFill>
                <a:effectLst/>
                <a:latin typeface="+mj-lt"/>
                <a:ea typeface="Calibri" panose="020F0502020204030204" pitchFamily="34" charset="0"/>
                <a:cs typeface="Times New Roman" panose="02020603050405020304" pitchFamily="18" charset="0"/>
              </a:rPr>
              <a:t>Greenwood, S. Perrin, A &amp; Duggan, M (November., 2016). Social Media Update. Facebook Usage and Engagement is on The Rise, While Adoption of Other Platforms Hold Steady.</a:t>
            </a:r>
          </a:p>
          <a:p>
            <a:pPr>
              <a:lnSpc>
                <a:spcPct val="115000"/>
              </a:lnSpc>
            </a:pPr>
            <a:r>
              <a:rPr lang="en-IN" sz="1800" dirty="0">
                <a:solidFill>
                  <a:schemeClr val="accent2">
                    <a:lumMod val="50000"/>
                  </a:schemeClr>
                </a:solidFill>
                <a:effectLst/>
                <a:latin typeface="+mj-lt"/>
                <a:ea typeface="Calibri" panose="020F0502020204030204" pitchFamily="34" charset="0"/>
                <a:cs typeface="Times New Roman" panose="02020603050405020304" pitchFamily="18" charset="0"/>
              </a:rPr>
              <a:t>Bhat, S. A. (2017). Social Networking Sites and Mental health: a review. International Journal of Advanced Educational Research 2 (5), 357-360.</a:t>
            </a:r>
          </a:p>
          <a:p>
            <a:pPr>
              <a:lnSpc>
                <a:spcPct val="115000"/>
              </a:lnSpc>
            </a:pPr>
            <a:r>
              <a:rPr lang="en-IN" sz="1800" dirty="0">
                <a:solidFill>
                  <a:schemeClr val="accent2">
                    <a:lumMod val="50000"/>
                  </a:schemeClr>
                </a:solidFill>
                <a:effectLst/>
                <a:latin typeface="+mj-lt"/>
                <a:ea typeface="Calibri" panose="020F0502020204030204" pitchFamily="34" charset="0"/>
                <a:cs typeface="Times New Roman" panose="02020603050405020304" pitchFamily="18" charset="0"/>
              </a:rPr>
              <a:t>The </a:t>
            </a:r>
            <a:r>
              <a:rPr lang="en-US" sz="1800" dirty="0">
                <a:solidFill>
                  <a:schemeClr val="accent2">
                    <a:lumMod val="50000"/>
                  </a:schemeClr>
                </a:solidFill>
                <a:effectLst/>
                <a:latin typeface="+mj-lt"/>
                <a:ea typeface="Calibri" panose="020F0502020204030204" pitchFamily="34" charset="0"/>
                <a:cs typeface="Times New Roman" panose="02020603050405020304" pitchFamily="18" charset="0"/>
              </a:rPr>
              <a:t>Social media addiction: Its impact, mediation, and intervention. </a:t>
            </a:r>
            <a:r>
              <a:rPr lang="en-IN" sz="1800" dirty="0">
                <a:solidFill>
                  <a:schemeClr val="accent2">
                    <a:lumMod val="50000"/>
                  </a:schemeClr>
                </a:solidFill>
                <a:effectLst/>
                <a:latin typeface="+mj-lt"/>
                <a:ea typeface="Calibri" panose="020F0502020204030204" pitchFamily="34" charset="0"/>
                <a:cs typeface="Times New Roman" panose="02020603050405020304" pitchFamily="18" charset="0"/>
              </a:rPr>
              <a:t>Hou, Y., </a:t>
            </a:r>
            <a:r>
              <a:rPr lang="en-IN" sz="1800" dirty="0" err="1">
                <a:solidFill>
                  <a:schemeClr val="accent2">
                    <a:lumMod val="50000"/>
                  </a:schemeClr>
                </a:solidFill>
                <a:effectLst/>
                <a:latin typeface="+mj-lt"/>
                <a:ea typeface="Calibri" panose="020F0502020204030204" pitchFamily="34" charset="0"/>
                <a:cs typeface="Times New Roman" panose="02020603050405020304" pitchFamily="18" charset="0"/>
              </a:rPr>
              <a:t>Xiong</a:t>
            </a:r>
            <a:r>
              <a:rPr lang="en-IN" sz="1800" dirty="0">
                <a:solidFill>
                  <a:schemeClr val="accent2">
                    <a:lumMod val="50000"/>
                  </a:schemeClr>
                </a:solidFill>
                <a:effectLst/>
                <a:latin typeface="+mj-lt"/>
                <a:ea typeface="Calibri" panose="020F0502020204030204" pitchFamily="34" charset="0"/>
                <a:cs typeface="Times New Roman" panose="02020603050405020304" pitchFamily="18" charset="0"/>
              </a:rPr>
              <a:t>, D., Jiang, T., Song, L., &amp; Wang, Q. in 2019</a:t>
            </a:r>
          </a:p>
          <a:p>
            <a:pPr>
              <a:lnSpc>
                <a:spcPct val="115000"/>
              </a:lnSpc>
            </a:pPr>
            <a:r>
              <a:rPr lang="en-IN" sz="1800" dirty="0">
                <a:solidFill>
                  <a:schemeClr val="accent2">
                    <a:lumMod val="50000"/>
                  </a:schemeClr>
                </a:solidFill>
                <a:effectLst/>
                <a:latin typeface="+mj-lt"/>
                <a:ea typeface="Calibri" panose="020F0502020204030204" pitchFamily="34" charset="0"/>
                <a:cs typeface="Times New Roman" panose="02020603050405020304" pitchFamily="18" charset="0"/>
              </a:rPr>
              <a:t>Cramer, S. (2017). Instagram ranked worst for young people’s mental health. RSPH</a:t>
            </a:r>
          </a:p>
          <a:p>
            <a:pPr>
              <a:lnSpc>
                <a:spcPct val="115000"/>
              </a:lnSpc>
            </a:pPr>
            <a:r>
              <a:rPr lang="en-IN" sz="1800" dirty="0">
                <a:solidFill>
                  <a:schemeClr val="accent2">
                    <a:lumMod val="50000"/>
                  </a:schemeClr>
                </a:solidFill>
                <a:effectLst/>
                <a:latin typeface="+mj-lt"/>
                <a:ea typeface="Calibri" panose="020F0502020204030204" pitchFamily="34" charset="0"/>
                <a:cs typeface="Times New Roman" panose="02020603050405020304" pitchFamily="18" charset="0"/>
              </a:rPr>
              <a:t>Barker V. Older adolescents' motivations for social network site use: the influence of gender, group identity, and collective self-esteem. </a:t>
            </a:r>
            <a:r>
              <a:rPr lang="en-IN" sz="1800" dirty="0" err="1">
                <a:solidFill>
                  <a:schemeClr val="accent2">
                    <a:lumMod val="50000"/>
                  </a:schemeClr>
                </a:solidFill>
                <a:effectLst/>
                <a:latin typeface="+mj-lt"/>
                <a:ea typeface="Calibri" panose="020F0502020204030204" pitchFamily="34" charset="0"/>
                <a:cs typeface="Times New Roman" panose="02020603050405020304" pitchFamily="18" charset="0"/>
              </a:rPr>
              <a:t>Cyberpsychol</a:t>
            </a:r>
            <a:r>
              <a:rPr lang="en-IN" sz="1800" dirty="0">
                <a:solidFill>
                  <a:schemeClr val="accent2">
                    <a:lumMod val="50000"/>
                  </a:schemeClr>
                </a:solidFill>
                <a:effectLst/>
                <a:latin typeface="+mj-lt"/>
                <a:ea typeface="Calibri" panose="020F0502020204030204" pitchFamily="34" charset="0"/>
                <a:cs typeface="Times New Roman" panose="02020603050405020304" pitchFamily="18" charset="0"/>
              </a:rPr>
              <a:t> </a:t>
            </a:r>
            <a:r>
              <a:rPr lang="en-IN" sz="1800" dirty="0" err="1">
                <a:solidFill>
                  <a:schemeClr val="accent2">
                    <a:lumMod val="50000"/>
                  </a:schemeClr>
                </a:solidFill>
                <a:effectLst/>
                <a:latin typeface="+mj-lt"/>
                <a:ea typeface="Calibri" panose="020F0502020204030204" pitchFamily="34" charset="0"/>
                <a:cs typeface="Times New Roman" panose="02020603050405020304" pitchFamily="18" charset="0"/>
              </a:rPr>
              <a:t>Behav</a:t>
            </a:r>
            <a:r>
              <a:rPr lang="en-IN" sz="1800" dirty="0">
                <a:solidFill>
                  <a:schemeClr val="accent2">
                    <a:lumMod val="50000"/>
                  </a:schemeClr>
                </a:solidFill>
                <a:effectLst/>
                <a:latin typeface="+mj-lt"/>
                <a:ea typeface="Calibri" panose="020F0502020204030204" pitchFamily="34" charset="0"/>
                <a:cs typeface="Times New Roman" panose="02020603050405020304" pitchFamily="18" charset="0"/>
              </a:rPr>
              <a:t>. 2009 Apr;12(2):209-13. </a:t>
            </a:r>
            <a:r>
              <a:rPr lang="en-IN" sz="1800" dirty="0" err="1">
                <a:solidFill>
                  <a:schemeClr val="accent2">
                    <a:lumMod val="50000"/>
                  </a:schemeClr>
                </a:solidFill>
                <a:effectLst/>
                <a:latin typeface="+mj-lt"/>
                <a:ea typeface="Calibri" panose="020F0502020204030204" pitchFamily="34" charset="0"/>
                <a:cs typeface="Times New Roman" panose="02020603050405020304" pitchFamily="18" charset="0"/>
              </a:rPr>
              <a:t>doi</a:t>
            </a:r>
            <a:r>
              <a:rPr lang="en-IN" sz="1800" dirty="0">
                <a:solidFill>
                  <a:schemeClr val="accent2">
                    <a:lumMod val="50000"/>
                  </a:schemeClr>
                </a:solidFill>
                <a:effectLst/>
                <a:latin typeface="+mj-lt"/>
                <a:ea typeface="Calibri" panose="020F0502020204030204" pitchFamily="34" charset="0"/>
                <a:cs typeface="Times New Roman" panose="02020603050405020304" pitchFamily="18" charset="0"/>
              </a:rPr>
              <a:t>: 10.1089/cpb.2008.0228. PMID: 19250021.</a:t>
            </a:r>
          </a:p>
        </p:txBody>
      </p:sp>
      <p:sp>
        <p:nvSpPr>
          <p:cNvPr id="5" name="Title 4">
            <a:extLst>
              <a:ext uri="{FF2B5EF4-FFF2-40B4-BE49-F238E27FC236}">
                <a16:creationId xmlns:a16="http://schemas.microsoft.com/office/drawing/2014/main" id="{56BB80C7-EEB4-4598-B871-314A09AEEE4A}"/>
              </a:ext>
            </a:extLst>
          </p:cNvPr>
          <p:cNvSpPr>
            <a:spLocks noGrp="1"/>
          </p:cNvSpPr>
          <p:nvPr>
            <p:ph type="title"/>
          </p:nvPr>
        </p:nvSpPr>
        <p:spPr>
          <a:xfrm>
            <a:off x="846137" y="0"/>
            <a:ext cx="10499725" cy="1355724"/>
          </a:xfrm>
        </p:spPr>
        <p:txBody>
          <a:bodyPr>
            <a:normAutofit/>
          </a:bodyPr>
          <a:lstStyle/>
          <a:p>
            <a:r>
              <a:rPr lang="en-US" sz="4500" dirty="0">
                <a:effectLst/>
                <a:ea typeface="Calibri" panose="020F0502020204030204" pitchFamily="34" charset="0"/>
                <a:cs typeface="Times New Roman" panose="02020603050405020304" pitchFamily="18" charset="0"/>
              </a:rPr>
              <a:t>References</a:t>
            </a:r>
            <a:endParaRPr lang="en-IN" sz="4500" dirty="0"/>
          </a:p>
        </p:txBody>
      </p:sp>
      <p:sp>
        <p:nvSpPr>
          <p:cNvPr id="6" name="Text Placeholder 24">
            <a:extLst>
              <a:ext uri="{FF2B5EF4-FFF2-40B4-BE49-F238E27FC236}">
                <a16:creationId xmlns:a16="http://schemas.microsoft.com/office/drawing/2014/main" id="{A9E6A2F5-310E-4461-8375-23505883F58D}"/>
              </a:ext>
            </a:extLst>
          </p:cNvPr>
          <p:cNvSpPr txBox="1">
            <a:spLocks/>
          </p:cNvSpPr>
          <p:nvPr/>
        </p:nvSpPr>
        <p:spPr>
          <a:xfrm>
            <a:off x="0" y="-171504"/>
            <a:ext cx="850067" cy="641525"/>
          </a:xfrm>
          <a:prstGeom prst="rect">
            <a:avLst/>
          </a:prstGeom>
        </p:spPr>
        <p:txBody>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b="1" dirty="0">
                <a:solidFill>
                  <a:schemeClr val="accent2">
                    <a:lumMod val="50000"/>
                  </a:schemeClr>
                </a:solidFill>
              </a:rPr>
              <a:t>08</a:t>
            </a:r>
            <a:endParaRPr lang="en-US" b="1" dirty="0">
              <a:solidFill>
                <a:schemeClr val="accent2">
                  <a:lumMod val="50000"/>
                </a:schemeClr>
              </a:solidFill>
            </a:endParaRPr>
          </a:p>
        </p:txBody>
      </p:sp>
    </p:spTree>
    <p:extLst>
      <p:ext uri="{BB962C8B-B14F-4D97-AF65-F5344CB8AC3E}">
        <p14:creationId xmlns:p14="http://schemas.microsoft.com/office/powerpoint/2010/main" val="42372881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3A48F-6C9B-4B6F-9063-4E2B2F6CF465}"/>
              </a:ext>
            </a:extLst>
          </p:cNvPr>
          <p:cNvSpPr>
            <a:spLocks noGrp="1"/>
          </p:cNvSpPr>
          <p:nvPr>
            <p:ph type="title"/>
          </p:nvPr>
        </p:nvSpPr>
        <p:spPr/>
        <p:txBody>
          <a:bodyPr/>
          <a:lstStyle/>
          <a:p>
            <a:r>
              <a:rPr lang="en-US" sz="6000" dirty="0"/>
              <a:t>Summary</a:t>
            </a:r>
          </a:p>
        </p:txBody>
      </p:sp>
      <p:graphicFrame>
        <p:nvGraphicFramePr>
          <p:cNvPr id="23" name="Table 23">
            <a:extLst>
              <a:ext uri="{FF2B5EF4-FFF2-40B4-BE49-F238E27FC236}">
                <a16:creationId xmlns:a16="http://schemas.microsoft.com/office/drawing/2014/main" id="{A4779ED5-F550-4DD0-A629-AFB3A45D79DA}"/>
              </a:ext>
            </a:extLst>
          </p:cNvPr>
          <p:cNvGraphicFramePr>
            <a:graphicFrameLocks noGrp="1"/>
          </p:cNvGraphicFramePr>
          <p:nvPr>
            <p:extLst>
              <p:ext uri="{D42A27DB-BD31-4B8C-83A1-F6EECF244321}">
                <p14:modId xmlns:p14="http://schemas.microsoft.com/office/powerpoint/2010/main" val="574579630"/>
              </p:ext>
            </p:extLst>
          </p:nvPr>
        </p:nvGraphicFramePr>
        <p:xfrm>
          <a:off x="1028700" y="2162718"/>
          <a:ext cx="10134600" cy="4104640"/>
        </p:xfrm>
        <a:graphic>
          <a:graphicData uri="http://schemas.openxmlformats.org/drawingml/2006/table">
            <a:tbl>
              <a:tblPr firstRow="1" bandRow="1">
                <a:tableStyleId>{5C22544A-7EE6-4342-B048-85BDC9FD1C3A}</a:tableStyleId>
              </a:tblPr>
              <a:tblGrid>
                <a:gridCol w="5067300">
                  <a:extLst>
                    <a:ext uri="{9D8B030D-6E8A-4147-A177-3AD203B41FA5}">
                      <a16:colId xmlns:a16="http://schemas.microsoft.com/office/drawing/2014/main" val="3007200546"/>
                    </a:ext>
                  </a:extLst>
                </a:gridCol>
                <a:gridCol w="5067300">
                  <a:extLst>
                    <a:ext uri="{9D8B030D-6E8A-4147-A177-3AD203B41FA5}">
                      <a16:colId xmlns:a16="http://schemas.microsoft.com/office/drawing/2014/main" val="1309975012"/>
                    </a:ext>
                  </a:extLst>
                </a:gridCol>
              </a:tblGrid>
              <a:tr h="1097280">
                <a:tc>
                  <a:txBody>
                    <a:bodyPr/>
                    <a:lstStyle/>
                    <a:p>
                      <a:r>
                        <a:rPr lang="en-IN" sz="2000" b="1" kern="1200" dirty="0">
                          <a:solidFill>
                            <a:srgbClr val="5B6A5E"/>
                          </a:solidFill>
                          <a:effectLst/>
                          <a:latin typeface="+mn-lt"/>
                          <a:ea typeface="+mn-ea"/>
                          <a:cs typeface="+mn-cs"/>
                        </a:rPr>
                        <a:t>Collection of Data: </a:t>
                      </a:r>
                    </a:p>
                    <a:p>
                      <a:r>
                        <a:rPr lang="en-IN" sz="1800" b="0" kern="1200" dirty="0">
                          <a:solidFill>
                            <a:srgbClr val="5B6A5E"/>
                          </a:solidFill>
                          <a:effectLst/>
                          <a:latin typeface="+mn-lt"/>
                          <a:ea typeface="+mn-ea"/>
                          <a:cs typeface="+mn-cs"/>
                        </a:rPr>
                        <a:t>Primary data collected </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IN" sz="2400" kern="1200" dirty="0">
                          <a:solidFill>
                            <a:srgbClr val="5B6A5E"/>
                          </a:solidFill>
                          <a:effectLst/>
                          <a:latin typeface="+mn-lt"/>
                          <a:ea typeface="+mn-ea"/>
                          <a:cs typeface="+mn-cs"/>
                        </a:rPr>
                        <a:t>Type of Data: </a:t>
                      </a:r>
                    </a:p>
                    <a:p>
                      <a:r>
                        <a:rPr lang="en-IN" sz="1800" b="0" kern="1200" dirty="0">
                          <a:solidFill>
                            <a:srgbClr val="5B6A5E"/>
                          </a:solidFill>
                          <a:effectLst/>
                          <a:latin typeface="+mn-lt"/>
                          <a:ea typeface="+mn-ea"/>
                          <a:cs typeface="+mn-cs"/>
                        </a:rPr>
                        <a:t>Quantitative data</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9315998"/>
                  </a:ext>
                </a:extLst>
              </a:tr>
              <a:tr h="10972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b="1" kern="1200" dirty="0">
                          <a:solidFill>
                            <a:srgbClr val="5B6A5E"/>
                          </a:solidFill>
                          <a:effectLst/>
                          <a:latin typeface="+mn-lt"/>
                          <a:ea typeface="+mn-ea"/>
                          <a:cs typeface="+mn-cs"/>
                        </a:rPr>
                        <a:t>Method of data collection:</a:t>
                      </a:r>
                      <a:r>
                        <a:rPr lang="en-IN" sz="1800" b="1" kern="1200" dirty="0">
                          <a:solidFill>
                            <a:srgbClr val="5B6A5E"/>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000" kern="1200" dirty="0">
                          <a:solidFill>
                            <a:srgbClr val="5B6A5E"/>
                          </a:solidFill>
                          <a:effectLst/>
                          <a:latin typeface="+mn-lt"/>
                          <a:ea typeface="+mn-ea"/>
                          <a:cs typeface="+mn-cs"/>
                        </a:rPr>
                        <a:t>Questionnaire</a:t>
                      </a:r>
                    </a:p>
                    <a:p>
                      <a:endParaRPr lang="en-IN" sz="1800" kern="1200" dirty="0">
                        <a:solidFill>
                          <a:srgbClr val="5B6A5E"/>
                        </a:solidFill>
                        <a:effectLst/>
                        <a:latin typeface="+mn-lt"/>
                        <a:ea typeface="+mn-ea"/>
                        <a:cs typeface="+mn-cs"/>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b="1" kern="1200" dirty="0">
                          <a:solidFill>
                            <a:srgbClr val="5B6A5E"/>
                          </a:solidFill>
                          <a:effectLst/>
                          <a:latin typeface="+mn-lt"/>
                          <a:ea typeface="+mn-ea"/>
                          <a:cs typeface="+mn-cs"/>
                        </a:rPr>
                        <a:t>Research Design: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000" kern="1200" dirty="0">
                          <a:solidFill>
                            <a:srgbClr val="5B6A5E"/>
                          </a:solidFill>
                          <a:effectLst/>
                          <a:latin typeface="+mn-lt"/>
                          <a:ea typeface="+mn-ea"/>
                          <a:cs typeface="+mn-cs"/>
                        </a:rPr>
                        <a:t>Correlational Design- cross-sectional design/ survey design</a:t>
                      </a:r>
                    </a:p>
                    <a:p>
                      <a:endParaRPr lang="en-IN" sz="1800" kern="1200" dirty="0">
                        <a:solidFill>
                          <a:srgbClr val="5B6A5E"/>
                        </a:solidFill>
                        <a:effectLst/>
                        <a:latin typeface="+mn-lt"/>
                        <a:ea typeface="+mn-ea"/>
                        <a:cs typeface="+mn-cs"/>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31012071"/>
                  </a:ext>
                </a:extLst>
              </a:tr>
              <a:tr h="1097280">
                <a:tc>
                  <a:txBody>
                    <a:bodyPr/>
                    <a:lstStyle/>
                    <a:p>
                      <a:r>
                        <a:rPr lang="en-US" sz="2000" b="1" kern="1200" dirty="0">
                          <a:solidFill>
                            <a:srgbClr val="5B6A5E"/>
                          </a:solidFill>
                          <a:effectLst/>
                          <a:latin typeface="+mn-lt"/>
                          <a:ea typeface="+mn-ea"/>
                          <a:cs typeface="+mn-cs"/>
                        </a:rPr>
                        <a:t>Analysis:</a:t>
                      </a:r>
                    </a:p>
                    <a:p>
                      <a:r>
                        <a:rPr lang="en-US" sz="2000" kern="1200" dirty="0">
                          <a:solidFill>
                            <a:srgbClr val="5B6A5E"/>
                          </a:solidFill>
                          <a:effectLst/>
                          <a:latin typeface="+mn-lt"/>
                          <a:ea typeface="+mn-ea"/>
                          <a:cs typeface="+mn-cs"/>
                        </a:rPr>
                        <a:t>SPPS, EXCEL- CORRELATION</a:t>
                      </a:r>
                      <a:endParaRPr lang="en-IN" sz="2000" kern="1200" dirty="0">
                        <a:solidFill>
                          <a:srgbClr val="5B6A5E"/>
                        </a:solidFill>
                        <a:effectLst/>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chemeClr val="accent2">
                              <a:lumMod val="50000"/>
                            </a:schemeClr>
                          </a:solidFill>
                          <a:effectLst/>
                          <a:uLnTx/>
                          <a:uFillTx/>
                          <a:latin typeface="+mn-lt"/>
                          <a:ea typeface="+mn-ea"/>
                          <a:cs typeface="Biome Light" panose="020B0303030204020804" pitchFamily="34" charset="0"/>
                        </a:rPr>
                        <a:t>CONCLUSION: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00" dirty="0">
                          <a:solidFill>
                            <a:srgbClr val="5B6A5E"/>
                          </a:solidFill>
                        </a:rPr>
                        <a:t>We reject the null hypothesis- that Instagram doesn’t have a negative impact on teenagers’ and young adult’s  mental health, i.e., the level of self-esteem and loneliness</a:t>
                      </a:r>
                      <a:endParaRPr kumimoji="0" lang="en-US" sz="1800" b="0" i="0" u="none" strike="noStrike" kern="1200" cap="none" spc="0" normalizeH="0" baseline="0" noProof="0" dirty="0">
                        <a:ln>
                          <a:noFill/>
                        </a:ln>
                        <a:solidFill>
                          <a:srgbClr val="5B6A5E"/>
                        </a:solidFill>
                        <a:effectLst/>
                        <a:uLnTx/>
                        <a:uFillTx/>
                        <a:latin typeface="+mn-lt"/>
                        <a:ea typeface="+mn-ea"/>
                        <a:cs typeface="Biome Light" panose="020B03030302040208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71895934"/>
                  </a:ext>
                </a:extLst>
              </a:tr>
            </a:tbl>
          </a:graphicData>
        </a:graphic>
      </p:graphicFrame>
      <p:sp>
        <p:nvSpPr>
          <p:cNvPr id="36" name="Date Placeholder 35">
            <a:extLst>
              <a:ext uri="{FF2B5EF4-FFF2-40B4-BE49-F238E27FC236}">
                <a16:creationId xmlns:a16="http://schemas.microsoft.com/office/drawing/2014/main" id="{8D56EBED-E2E8-4532-9D58-AEA4BF592BE1}"/>
              </a:ext>
            </a:extLst>
          </p:cNvPr>
          <p:cNvSpPr>
            <a:spLocks noGrp="1"/>
          </p:cNvSpPr>
          <p:nvPr>
            <p:ph type="dt" sz="half" idx="2"/>
          </p:nvPr>
        </p:nvSpPr>
        <p:spPr/>
        <p:txBody>
          <a:bodyPr/>
          <a:lstStyle/>
          <a:p>
            <a:fld id="{E2EFFCE6-B714-4312-995E-9A4A689D43F0}" type="datetime1">
              <a:rPr lang="en-US" smtClean="0"/>
              <a:t>3/27/26</a:t>
            </a:fld>
            <a:endParaRPr lang="en-US" dirty="0"/>
          </a:p>
        </p:txBody>
      </p:sp>
      <p:sp>
        <p:nvSpPr>
          <p:cNvPr id="37" name="Slide Number Placeholder 36">
            <a:extLst>
              <a:ext uri="{FF2B5EF4-FFF2-40B4-BE49-F238E27FC236}">
                <a16:creationId xmlns:a16="http://schemas.microsoft.com/office/drawing/2014/main" id="{2448455D-834D-4F56-90F8-4F239B5CA790}"/>
              </a:ext>
            </a:extLst>
          </p:cNvPr>
          <p:cNvSpPr>
            <a:spLocks noGrp="1"/>
          </p:cNvSpPr>
          <p:nvPr>
            <p:ph type="sldNum" sz="quarter" idx="4"/>
          </p:nvPr>
        </p:nvSpPr>
        <p:spPr/>
        <p:txBody>
          <a:bodyPr/>
          <a:lstStyle/>
          <a:p>
            <a:fld id="{294A09A9-5501-47C1-A89A-A340965A2BE2}" type="slidenum">
              <a:rPr lang="en-US" smtClean="0"/>
              <a:pPr/>
              <a:t>12</a:t>
            </a:fld>
            <a:endParaRPr lang="en-US" dirty="0"/>
          </a:p>
        </p:txBody>
      </p:sp>
      <p:sp>
        <p:nvSpPr>
          <p:cNvPr id="6" name="Text Placeholder 24">
            <a:extLst>
              <a:ext uri="{FF2B5EF4-FFF2-40B4-BE49-F238E27FC236}">
                <a16:creationId xmlns:a16="http://schemas.microsoft.com/office/drawing/2014/main" id="{49AEE686-F3CD-407F-95A5-E79B117A30F3}"/>
              </a:ext>
            </a:extLst>
          </p:cNvPr>
          <p:cNvSpPr txBox="1">
            <a:spLocks/>
          </p:cNvSpPr>
          <p:nvPr/>
        </p:nvSpPr>
        <p:spPr>
          <a:xfrm>
            <a:off x="0" y="-171504"/>
            <a:ext cx="850067" cy="641525"/>
          </a:xfrm>
          <a:prstGeom prst="rect">
            <a:avLst/>
          </a:prstGeom>
        </p:spPr>
        <p:txBody>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b="1" dirty="0"/>
              <a:t>09</a:t>
            </a:r>
            <a:endParaRPr lang="en-US" b="1" dirty="0"/>
          </a:p>
        </p:txBody>
      </p:sp>
    </p:spTree>
    <p:extLst>
      <p:ext uri="{BB962C8B-B14F-4D97-AF65-F5344CB8AC3E}">
        <p14:creationId xmlns:p14="http://schemas.microsoft.com/office/powerpoint/2010/main" val="15869641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078127-77C6-4BED-8ADA-CD977B63B9FE}"/>
              </a:ext>
            </a:extLst>
          </p:cNvPr>
          <p:cNvSpPr>
            <a:spLocks noGrp="1"/>
          </p:cNvSpPr>
          <p:nvPr>
            <p:ph type="dt" sz="half" idx="2"/>
          </p:nvPr>
        </p:nvSpPr>
        <p:spPr/>
        <p:txBody>
          <a:bodyPr/>
          <a:lstStyle/>
          <a:p>
            <a:fld id="{C5DB74C9-B808-4394-A017-79C83B2524EF}" type="datetime1">
              <a:rPr lang="en-US" smtClean="0"/>
              <a:t>3/27/26</a:t>
            </a:fld>
            <a:endParaRPr lang="en-US" dirty="0"/>
          </a:p>
        </p:txBody>
      </p:sp>
      <p:sp>
        <p:nvSpPr>
          <p:cNvPr id="3" name="Slide Number Placeholder 2">
            <a:extLst>
              <a:ext uri="{FF2B5EF4-FFF2-40B4-BE49-F238E27FC236}">
                <a16:creationId xmlns:a16="http://schemas.microsoft.com/office/drawing/2014/main" id="{DC91B126-BA21-4ED4-8131-751666484FB7}"/>
              </a:ext>
            </a:extLst>
          </p:cNvPr>
          <p:cNvSpPr>
            <a:spLocks noGrp="1"/>
          </p:cNvSpPr>
          <p:nvPr>
            <p:ph type="sldNum" sz="quarter" idx="4"/>
          </p:nvPr>
        </p:nvSpPr>
        <p:spPr/>
        <p:txBody>
          <a:bodyPr/>
          <a:lstStyle/>
          <a:p>
            <a:fld id="{294A09A9-5501-47C1-A89A-A340965A2BE2}" type="slidenum">
              <a:rPr lang="en-US" smtClean="0"/>
              <a:pPr/>
              <a:t>13</a:t>
            </a:fld>
            <a:endParaRPr lang="en-US" dirty="0"/>
          </a:p>
        </p:txBody>
      </p:sp>
      <p:sp>
        <p:nvSpPr>
          <p:cNvPr id="4" name="Content Placeholder 3">
            <a:extLst>
              <a:ext uri="{FF2B5EF4-FFF2-40B4-BE49-F238E27FC236}">
                <a16:creationId xmlns:a16="http://schemas.microsoft.com/office/drawing/2014/main" id="{5E0A855D-EC90-4533-B585-ABB9ABE93803}"/>
              </a:ext>
            </a:extLst>
          </p:cNvPr>
          <p:cNvSpPr>
            <a:spLocks noGrp="1"/>
          </p:cNvSpPr>
          <p:nvPr>
            <p:ph sz="quarter" idx="11"/>
          </p:nvPr>
        </p:nvSpPr>
        <p:spPr/>
        <p:txBody>
          <a:bodyPr>
            <a:normAutofit lnSpcReduction="10000"/>
          </a:bodyPr>
          <a:lstStyle/>
          <a:p>
            <a:r>
              <a:rPr lang="en-US" sz="1800" dirty="0">
                <a:solidFill>
                  <a:schemeClr val="accent2">
                    <a:lumMod val="50000"/>
                  </a:schemeClr>
                </a:solidFill>
                <a:effectLst/>
                <a:latin typeface="+mj-lt"/>
                <a:ea typeface="Calibri" panose="020F0502020204030204" pitchFamily="34" charset="0"/>
                <a:cs typeface="Times New Roman" panose="02020603050405020304" pitchFamily="18" charset="0"/>
              </a:rPr>
              <a:t>This paper and the research behind it would not have been possible without the guidance and constant support of our Research Writing professor, Amrita Banerjee. Her enthusiasm and knowledge kept our work on track. </a:t>
            </a:r>
            <a:endParaRPr lang="en-IN" sz="1800" dirty="0">
              <a:solidFill>
                <a:schemeClr val="accent2">
                  <a:lumMod val="50000"/>
                </a:schemeClr>
              </a:solidFill>
              <a:effectLst/>
              <a:latin typeface="+mj-lt"/>
              <a:ea typeface="Calibri" panose="020F0502020204030204" pitchFamily="34" charset="0"/>
              <a:cs typeface="Times New Roman" panose="02020603050405020304" pitchFamily="18" charset="0"/>
            </a:endParaRPr>
          </a:p>
          <a:p>
            <a:r>
              <a:rPr lang="en-US" sz="1800" dirty="0">
                <a:solidFill>
                  <a:schemeClr val="accent2">
                    <a:lumMod val="50000"/>
                  </a:schemeClr>
                </a:solidFill>
                <a:effectLst/>
                <a:latin typeface="+mj-lt"/>
                <a:ea typeface="Calibri" panose="020F0502020204030204" pitchFamily="34" charset="0"/>
                <a:cs typeface="Times New Roman" panose="02020603050405020304" pitchFamily="18" charset="0"/>
              </a:rPr>
              <a:t>We would like to thank NMIMS deemed to be university for </a:t>
            </a:r>
            <a:r>
              <a:rPr lang="en-US" sz="1800" dirty="0">
                <a:solidFill>
                  <a:schemeClr val="accent2">
                    <a:lumMod val="50000"/>
                  </a:schemeClr>
                </a:solidFill>
                <a:latin typeface="+mj-lt"/>
                <a:ea typeface="Calibri" panose="020F0502020204030204" pitchFamily="34" charset="0"/>
                <a:cs typeface="Times New Roman" panose="02020603050405020304" pitchFamily="18" charset="0"/>
              </a:rPr>
              <a:t>this </a:t>
            </a:r>
            <a:r>
              <a:rPr lang="en-US" sz="1800" dirty="0">
                <a:solidFill>
                  <a:schemeClr val="accent2">
                    <a:lumMod val="50000"/>
                  </a:schemeClr>
                </a:solidFill>
                <a:effectLst/>
                <a:latin typeface="+mj-lt"/>
                <a:ea typeface="Calibri" panose="020F0502020204030204" pitchFamily="34" charset="0"/>
                <a:cs typeface="Times New Roman" panose="02020603050405020304" pitchFamily="18" charset="0"/>
              </a:rPr>
              <a:t>opportunity and for providing us with almost all the necessary resources that were essential for carrying out this research.</a:t>
            </a:r>
            <a:endParaRPr lang="en-IN" sz="1800" dirty="0">
              <a:solidFill>
                <a:schemeClr val="accent2">
                  <a:lumMod val="50000"/>
                </a:schemeClr>
              </a:solidFill>
              <a:effectLst/>
              <a:latin typeface="+mj-lt"/>
              <a:ea typeface="Calibri" panose="020F0502020204030204" pitchFamily="34" charset="0"/>
              <a:cs typeface="Times New Roman" panose="02020603050405020304" pitchFamily="18" charset="0"/>
            </a:endParaRPr>
          </a:p>
          <a:p>
            <a:r>
              <a:rPr lang="en-US" sz="1800" dirty="0">
                <a:solidFill>
                  <a:schemeClr val="accent2">
                    <a:lumMod val="50000"/>
                  </a:schemeClr>
                </a:solidFill>
                <a:effectLst/>
                <a:latin typeface="+mj-lt"/>
                <a:ea typeface="Calibri" panose="020F0502020204030204" pitchFamily="34" charset="0"/>
                <a:cs typeface="Times New Roman" panose="02020603050405020304" pitchFamily="18" charset="0"/>
              </a:rPr>
              <a:t>Also, we’re much obliged for the contributions of our respondents who took out the time to fill our survey so that we could get primary data and helped us get the responses that were generated.</a:t>
            </a:r>
            <a:endParaRPr lang="en-IN" sz="1800" dirty="0">
              <a:solidFill>
                <a:schemeClr val="accent2">
                  <a:lumMod val="50000"/>
                </a:schemeClr>
              </a:solidFill>
              <a:effectLst/>
              <a:latin typeface="+mj-lt"/>
              <a:ea typeface="Calibri" panose="020F0502020204030204" pitchFamily="34" charset="0"/>
              <a:cs typeface="Times New Roman" panose="02020603050405020304" pitchFamily="18" charset="0"/>
            </a:endParaRPr>
          </a:p>
          <a:p>
            <a:r>
              <a:rPr lang="en-IN" sz="1800" dirty="0">
                <a:solidFill>
                  <a:schemeClr val="accent2">
                    <a:lumMod val="50000"/>
                  </a:schemeClr>
                </a:solidFill>
                <a:effectLst/>
                <a:latin typeface="+mj-lt"/>
                <a:ea typeface="Calibri" panose="020F0502020204030204" pitchFamily="34" charset="0"/>
                <a:cs typeface="Times New Roman" panose="02020603050405020304" pitchFamily="18" charset="0"/>
              </a:rPr>
              <a:t>Finally, we would like to express our gratitude to the various sources from which we extracted the data for this project, without which none of this would truly be possible.</a:t>
            </a:r>
          </a:p>
        </p:txBody>
      </p:sp>
      <p:sp>
        <p:nvSpPr>
          <p:cNvPr id="5" name="Title 4">
            <a:extLst>
              <a:ext uri="{FF2B5EF4-FFF2-40B4-BE49-F238E27FC236}">
                <a16:creationId xmlns:a16="http://schemas.microsoft.com/office/drawing/2014/main" id="{CC3A9E64-0D33-49C9-8443-FC16F08AE3FB}"/>
              </a:ext>
            </a:extLst>
          </p:cNvPr>
          <p:cNvSpPr>
            <a:spLocks noGrp="1"/>
          </p:cNvSpPr>
          <p:nvPr>
            <p:ph type="title"/>
          </p:nvPr>
        </p:nvSpPr>
        <p:spPr/>
        <p:txBody>
          <a:bodyPr>
            <a:normAutofit/>
          </a:bodyPr>
          <a:lstStyle/>
          <a:p>
            <a:r>
              <a:rPr lang="en-US" sz="4500" dirty="0"/>
              <a:t>ACKNOWLEDGEMENT</a:t>
            </a:r>
            <a:endParaRPr lang="en-IN" sz="4500" dirty="0"/>
          </a:p>
        </p:txBody>
      </p:sp>
      <p:sp>
        <p:nvSpPr>
          <p:cNvPr id="6" name="Text Placeholder 24">
            <a:extLst>
              <a:ext uri="{FF2B5EF4-FFF2-40B4-BE49-F238E27FC236}">
                <a16:creationId xmlns:a16="http://schemas.microsoft.com/office/drawing/2014/main" id="{B64CF5BA-9167-4BCD-A109-06E0750D2C56}"/>
              </a:ext>
            </a:extLst>
          </p:cNvPr>
          <p:cNvSpPr txBox="1">
            <a:spLocks/>
          </p:cNvSpPr>
          <p:nvPr/>
        </p:nvSpPr>
        <p:spPr>
          <a:xfrm>
            <a:off x="0" y="-171504"/>
            <a:ext cx="850067" cy="641525"/>
          </a:xfrm>
          <a:prstGeom prst="rect">
            <a:avLst/>
          </a:prstGeom>
        </p:spPr>
        <p:txBody>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b="1" dirty="0">
                <a:solidFill>
                  <a:schemeClr val="accent2">
                    <a:lumMod val="50000"/>
                  </a:schemeClr>
                </a:solidFill>
              </a:rPr>
              <a:t>10</a:t>
            </a:r>
            <a:endParaRPr lang="en-US" b="1" dirty="0">
              <a:solidFill>
                <a:schemeClr val="accent2">
                  <a:lumMod val="50000"/>
                </a:schemeClr>
              </a:solidFill>
            </a:endParaRPr>
          </a:p>
        </p:txBody>
      </p:sp>
    </p:spTree>
    <p:extLst>
      <p:ext uri="{BB962C8B-B14F-4D97-AF65-F5344CB8AC3E}">
        <p14:creationId xmlns:p14="http://schemas.microsoft.com/office/powerpoint/2010/main" val="26776883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36" name="Date Placeholder 35">
            <a:extLst>
              <a:ext uri="{FF2B5EF4-FFF2-40B4-BE49-F238E27FC236}">
                <a16:creationId xmlns:a16="http://schemas.microsoft.com/office/drawing/2014/main" id="{8D56EBED-E2E8-4532-9D58-AEA4BF592BE1}"/>
              </a:ext>
            </a:extLst>
          </p:cNvPr>
          <p:cNvSpPr>
            <a:spLocks noGrp="1"/>
          </p:cNvSpPr>
          <p:nvPr>
            <p:ph type="dt" sz="half" idx="2"/>
          </p:nvPr>
        </p:nvSpPr>
        <p:spPr/>
        <p:txBody>
          <a:bodyPr/>
          <a:lstStyle/>
          <a:p>
            <a:fld id="{E2EFFCE6-B714-4312-995E-9A4A689D43F0}" type="datetime1">
              <a:rPr lang="en-US" smtClean="0"/>
              <a:t>3/27/26</a:t>
            </a:fld>
            <a:endParaRPr lang="en-US" dirty="0"/>
          </a:p>
        </p:txBody>
      </p:sp>
      <p:sp>
        <p:nvSpPr>
          <p:cNvPr id="37" name="Slide Number Placeholder 36">
            <a:extLst>
              <a:ext uri="{FF2B5EF4-FFF2-40B4-BE49-F238E27FC236}">
                <a16:creationId xmlns:a16="http://schemas.microsoft.com/office/drawing/2014/main" id="{2448455D-834D-4F56-90F8-4F239B5CA790}"/>
              </a:ext>
            </a:extLst>
          </p:cNvPr>
          <p:cNvSpPr>
            <a:spLocks noGrp="1"/>
          </p:cNvSpPr>
          <p:nvPr>
            <p:ph type="sldNum" sz="quarter" idx="4"/>
          </p:nvPr>
        </p:nvSpPr>
        <p:spPr/>
        <p:txBody>
          <a:bodyPr/>
          <a:lstStyle/>
          <a:p>
            <a:fld id="{294A09A9-5501-47C1-A89A-A340965A2BE2}" type="slidenum">
              <a:rPr lang="en-US" smtClean="0"/>
              <a:pPr/>
              <a:t>14</a:t>
            </a:fld>
            <a:endParaRPr lang="en-US" dirty="0"/>
          </a:p>
        </p:txBody>
      </p:sp>
      <p:sp>
        <p:nvSpPr>
          <p:cNvPr id="6" name="Text Placeholder 57">
            <a:extLst>
              <a:ext uri="{FF2B5EF4-FFF2-40B4-BE49-F238E27FC236}">
                <a16:creationId xmlns:a16="http://schemas.microsoft.com/office/drawing/2014/main" id="{AD16B66F-EC95-4C64-AD1D-6BC7951B67BF}"/>
              </a:ext>
            </a:extLst>
          </p:cNvPr>
          <p:cNvSpPr txBox="1">
            <a:spLocks/>
          </p:cNvSpPr>
          <p:nvPr/>
        </p:nvSpPr>
        <p:spPr>
          <a:xfrm>
            <a:off x="0" y="-221942"/>
            <a:ext cx="907085" cy="618370"/>
          </a:xfrm>
          <a:prstGeom prst="rect">
            <a:avLst/>
          </a:prstGeom>
        </p:spPr>
        <p:txBody>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b="1" dirty="0"/>
              <a:t>11</a:t>
            </a:r>
          </a:p>
        </p:txBody>
      </p:sp>
      <p:sp>
        <p:nvSpPr>
          <p:cNvPr id="21" name="Text Placeholder 20">
            <a:extLst>
              <a:ext uri="{FF2B5EF4-FFF2-40B4-BE49-F238E27FC236}">
                <a16:creationId xmlns:a16="http://schemas.microsoft.com/office/drawing/2014/main" id="{60CDED6C-4A89-46C9-98F8-F65C8D40B5DB}"/>
              </a:ext>
            </a:extLst>
          </p:cNvPr>
          <p:cNvSpPr txBox="1">
            <a:spLocks/>
          </p:cNvSpPr>
          <p:nvPr/>
        </p:nvSpPr>
        <p:spPr>
          <a:xfrm>
            <a:off x="8627199" y="3429000"/>
            <a:ext cx="1866900" cy="711200"/>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buFont typeface="Arial" panose="020B0604020202020204" pitchFamily="34" charset="0"/>
              <a:buNone/>
              <a:defRPr sz="1800" kern="1200">
                <a:solidFill>
                  <a:schemeClr val="accent2">
                    <a:lumMod val="50000"/>
                  </a:schemeClr>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t>Maryam</a:t>
            </a:r>
          </a:p>
          <a:p>
            <a:pPr algn="ctr"/>
            <a:r>
              <a:rPr lang="en-US" sz="1400" dirty="0"/>
              <a:t>75252019003</a:t>
            </a:r>
          </a:p>
        </p:txBody>
      </p:sp>
      <p:sp>
        <p:nvSpPr>
          <p:cNvPr id="22" name="Picture Placeholder 34">
            <a:extLst>
              <a:ext uri="{FF2B5EF4-FFF2-40B4-BE49-F238E27FC236}">
                <a16:creationId xmlns:a16="http://schemas.microsoft.com/office/drawing/2014/main" id="{999CDC8E-8714-4829-9046-03D78FAC99AE}"/>
              </a:ext>
            </a:extLst>
          </p:cNvPr>
          <p:cNvSpPr txBox="1">
            <a:spLocks/>
          </p:cNvSpPr>
          <p:nvPr/>
        </p:nvSpPr>
        <p:spPr>
          <a:xfrm>
            <a:off x="1370442" y="3638402"/>
            <a:ext cx="1874874" cy="2848123"/>
          </a:xfrm>
          <a:prstGeom prst="rect">
            <a:avLst/>
          </a:prstGeom>
        </p:spPr>
      </p:sp>
      <p:sp>
        <p:nvSpPr>
          <p:cNvPr id="23" name="Text Placeholder 20">
            <a:extLst>
              <a:ext uri="{FF2B5EF4-FFF2-40B4-BE49-F238E27FC236}">
                <a16:creationId xmlns:a16="http://schemas.microsoft.com/office/drawing/2014/main" id="{03E0E426-2BE1-49B3-B939-7BFBA20C638C}"/>
              </a:ext>
            </a:extLst>
          </p:cNvPr>
          <p:cNvSpPr txBox="1">
            <a:spLocks/>
          </p:cNvSpPr>
          <p:nvPr/>
        </p:nvSpPr>
        <p:spPr>
          <a:xfrm>
            <a:off x="1504950" y="3429000"/>
            <a:ext cx="1866900" cy="711200"/>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buFont typeface="Arial" panose="020B0604020202020204" pitchFamily="34" charset="0"/>
              <a:buNone/>
              <a:defRPr sz="1800" kern="1200">
                <a:solidFill>
                  <a:schemeClr val="accent2">
                    <a:lumMod val="50000"/>
                  </a:schemeClr>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t>Bhavya</a:t>
            </a:r>
          </a:p>
          <a:p>
            <a:pPr algn="ctr"/>
            <a:r>
              <a:rPr lang="en-US" sz="1400" dirty="0"/>
              <a:t>75252019027</a:t>
            </a:r>
          </a:p>
        </p:txBody>
      </p:sp>
      <p:sp>
        <p:nvSpPr>
          <p:cNvPr id="24" name="Text Placeholder 20">
            <a:extLst>
              <a:ext uri="{FF2B5EF4-FFF2-40B4-BE49-F238E27FC236}">
                <a16:creationId xmlns:a16="http://schemas.microsoft.com/office/drawing/2014/main" id="{20EAF2EE-E068-4B76-BDD5-B973E7E3CEE2}"/>
              </a:ext>
            </a:extLst>
          </p:cNvPr>
          <p:cNvSpPr txBox="1">
            <a:spLocks/>
          </p:cNvSpPr>
          <p:nvPr/>
        </p:nvSpPr>
        <p:spPr>
          <a:xfrm>
            <a:off x="5001503" y="3429000"/>
            <a:ext cx="1866900" cy="652052"/>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buFont typeface="Arial" panose="020B0604020202020204" pitchFamily="34" charset="0"/>
              <a:buNone/>
              <a:defRPr sz="1800" kern="1200">
                <a:solidFill>
                  <a:schemeClr val="accent2">
                    <a:lumMod val="50000"/>
                  </a:schemeClr>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t>Gargi</a:t>
            </a:r>
          </a:p>
          <a:p>
            <a:pPr algn="ctr"/>
            <a:r>
              <a:rPr lang="en-US" sz="1400" dirty="0"/>
              <a:t>75252019019</a:t>
            </a:r>
          </a:p>
        </p:txBody>
      </p:sp>
      <p:sp>
        <p:nvSpPr>
          <p:cNvPr id="27" name="Title 17">
            <a:extLst>
              <a:ext uri="{FF2B5EF4-FFF2-40B4-BE49-F238E27FC236}">
                <a16:creationId xmlns:a16="http://schemas.microsoft.com/office/drawing/2014/main" id="{130F3F4D-0953-4B93-A7D5-4D483C5C0CEE}"/>
              </a:ext>
            </a:extLst>
          </p:cNvPr>
          <p:cNvSpPr>
            <a:spLocks noGrp="1"/>
          </p:cNvSpPr>
          <p:nvPr>
            <p:ph type="title"/>
          </p:nvPr>
        </p:nvSpPr>
        <p:spPr>
          <a:xfrm>
            <a:off x="850066" y="368421"/>
            <a:ext cx="6749218" cy="1340615"/>
          </a:xfrm>
        </p:spPr>
        <p:txBody>
          <a:bodyPr/>
          <a:lstStyle/>
          <a:p>
            <a:r>
              <a:rPr lang="en-US" sz="5000" dirty="0"/>
              <a:t>Team</a:t>
            </a:r>
            <a:endParaRPr lang="en-IN" sz="5000" dirty="0"/>
          </a:p>
        </p:txBody>
      </p:sp>
    </p:spTree>
    <p:extLst>
      <p:ext uri="{BB962C8B-B14F-4D97-AF65-F5344CB8AC3E}">
        <p14:creationId xmlns:p14="http://schemas.microsoft.com/office/powerpoint/2010/main" val="7924188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3A48F-6C9B-4B6F-9063-4E2B2F6CF465}"/>
              </a:ext>
            </a:extLst>
          </p:cNvPr>
          <p:cNvSpPr>
            <a:spLocks noGrp="1"/>
          </p:cNvSpPr>
          <p:nvPr>
            <p:ph type="title"/>
          </p:nvPr>
        </p:nvSpPr>
        <p:spPr>
          <a:xfrm>
            <a:off x="1017587" y="2744204"/>
            <a:ext cx="10156826" cy="1369591"/>
          </a:xfrm>
        </p:spPr>
        <p:txBody>
          <a:bodyPr/>
          <a:lstStyle/>
          <a:p>
            <a:pPr algn="ctr"/>
            <a:r>
              <a:rPr lang="en-US" dirty="0"/>
              <a:t>Thank You</a:t>
            </a:r>
          </a:p>
        </p:txBody>
      </p:sp>
      <p:sp>
        <p:nvSpPr>
          <p:cNvPr id="36" name="Date Placeholder 35">
            <a:extLst>
              <a:ext uri="{FF2B5EF4-FFF2-40B4-BE49-F238E27FC236}">
                <a16:creationId xmlns:a16="http://schemas.microsoft.com/office/drawing/2014/main" id="{8D56EBED-E2E8-4532-9D58-AEA4BF592BE1}"/>
              </a:ext>
            </a:extLst>
          </p:cNvPr>
          <p:cNvSpPr>
            <a:spLocks noGrp="1"/>
          </p:cNvSpPr>
          <p:nvPr>
            <p:ph type="dt" sz="half" idx="2"/>
          </p:nvPr>
        </p:nvSpPr>
        <p:spPr/>
        <p:txBody>
          <a:bodyPr/>
          <a:lstStyle/>
          <a:p>
            <a:fld id="{E2EFFCE6-B714-4312-995E-9A4A689D43F0}" type="datetime1">
              <a:rPr lang="en-US" smtClean="0"/>
              <a:t>3/27/26</a:t>
            </a:fld>
            <a:endParaRPr lang="en-US" dirty="0"/>
          </a:p>
        </p:txBody>
      </p:sp>
      <p:sp>
        <p:nvSpPr>
          <p:cNvPr id="37" name="Slide Number Placeholder 36">
            <a:extLst>
              <a:ext uri="{FF2B5EF4-FFF2-40B4-BE49-F238E27FC236}">
                <a16:creationId xmlns:a16="http://schemas.microsoft.com/office/drawing/2014/main" id="{2448455D-834D-4F56-90F8-4F239B5CA790}"/>
              </a:ext>
            </a:extLst>
          </p:cNvPr>
          <p:cNvSpPr>
            <a:spLocks noGrp="1"/>
          </p:cNvSpPr>
          <p:nvPr>
            <p:ph type="sldNum" sz="quarter" idx="4"/>
          </p:nvPr>
        </p:nvSpPr>
        <p:spPr/>
        <p:txBody>
          <a:bodyPr/>
          <a:lstStyle/>
          <a:p>
            <a:fld id="{294A09A9-5501-47C1-A89A-A340965A2BE2}" type="slidenum">
              <a:rPr lang="en-US" smtClean="0"/>
              <a:pPr/>
              <a:t>15</a:t>
            </a:fld>
            <a:endParaRPr lang="en-US" dirty="0"/>
          </a:p>
        </p:txBody>
      </p:sp>
      <p:sp>
        <p:nvSpPr>
          <p:cNvPr id="6" name="Text Placeholder 57">
            <a:extLst>
              <a:ext uri="{FF2B5EF4-FFF2-40B4-BE49-F238E27FC236}">
                <a16:creationId xmlns:a16="http://schemas.microsoft.com/office/drawing/2014/main" id="{AD16B66F-EC95-4C64-AD1D-6BC7951B67BF}"/>
              </a:ext>
            </a:extLst>
          </p:cNvPr>
          <p:cNvSpPr txBox="1">
            <a:spLocks/>
          </p:cNvSpPr>
          <p:nvPr/>
        </p:nvSpPr>
        <p:spPr>
          <a:xfrm>
            <a:off x="0" y="-221942"/>
            <a:ext cx="907085" cy="618370"/>
          </a:xfrm>
          <a:prstGeom prst="rect">
            <a:avLst/>
          </a:prstGeom>
        </p:spPr>
        <p:txBody>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b="1" dirty="0"/>
              <a:t>12</a:t>
            </a:r>
          </a:p>
        </p:txBody>
      </p:sp>
    </p:spTree>
    <p:extLst>
      <p:ext uri="{BB962C8B-B14F-4D97-AF65-F5344CB8AC3E}">
        <p14:creationId xmlns:p14="http://schemas.microsoft.com/office/powerpoint/2010/main" val="445070695"/>
      </p:ext>
    </p:extLst>
  </p:cSld>
  <p:clrMapOvr>
    <a:masterClrMapping/>
  </p:clrMapOvr>
</p:sld>
</file>

<file path=ppt/theme/theme1.xml><?xml version="1.0" encoding="utf-8"?>
<a:theme xmlns:a="http://schemas.openxmlformats.org/drawingml/2006/main" name="Office Theme">
  <a:themeElements>
    <a:clrScheme name="Minimalist Presentation">
      <a:dk1>
        <a:sysClr val="windowText" lastClr="000000"/>
      </a:dk1>
      <a:lt1>
        <a:sysClr val="window" lastClr="FFFFFF"/>
      </a:lt1>
      <a:dk2>
        <a:srgbClr val="ABABAB"/>
      </a:dk2>
      <a:lt2>
        <a:srgbClr val="F2F1EE"/>
      </a:lt2>
      <a:accent1>
        <a:srgbClr val="D8D2CD"/>
      </a:accent1>
      <a:accent2>
        <a:srgbClr val="C0C9C2"/>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Biome Light"/>
        <a:ea typeface=""/>
        <a:cs typeface=""/>
      </a:majorFont>
      <a:minorFont>
        <a:latin typeface="Biome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nimalist color presentation_Win32_LW_v2.potx" id="{B7F4C684-7BE5-4BD8-BEBE-7F207A45F474}" vid="{9091DE1E-F617-4C59-950B-F96736B889D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0976319-4513-485C-AD3A-E56C39927A38}">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53A10211-FBDE-44DA-8AD6-29E596B2975F}">
  <ds:schemaRefs>
    <ds:schemaRef ds:uri="http://schemas.microsoft.com/sharepoint/v3/contenttype/forms"/>
  </ds:schemaRefs>
</ds:datastoreItem>
</file>

<file path=customXml/itemProps3.xml><?xml version="1.0" encoding="utf-8"?>
<ds:datastoreItem xmlns:ds="http://schemas.openxmlformats.org/officeDocument/2006/customXml" ds:itemID="{6A1B7BBB-8F46-4BA8-85EC-2ECC1D2E32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691</TotalTime>
  <Words>1452</Words>
  <Application>Microsoft Macintosh PowerPoint</Application>
  <PresentationFormat>Widescreen</PresentationFormat>
  <Paragraphs>156</Paragraphs>
  <Slides>15</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Biome Light</vt:lpstr>
      <vt:lpstr>Calibri</vt:lpstr>
      <vt:lpstr>Times New Roman</vt:lpstr>
      <vt:lpstr>Office Theme</vt:lpstr>
      <vt:lpstr>Does Instagram impact negatively on the mental health of teenagers and young adults?</vt:lpstr>
      <vt:lpstr>Abstract</vt:lpstr>
      <vt:lpstr>Content</vt:lpstr>
      <vt:lpstr>Introduction</vt:lpstr>
      <vt:lpstr>Literature Review</vt:lpstr>
      <vt:lpstr>Methodology</vt:lpstr>
      <vt:lpstr>Analysis</vt:lpstr>
      <vt:lpstr>By Pearson’s Correlation Coefficient:</vt:lpstr>
      <vt:lpstr>Conclusion</vt:lpstr>
      <vt:lpstr>Bibliography</vt:lpstr>
      <vt:lpstr>References</vt:lpstr>
      <vt:lpstr>Summary</vt:lpstr>
      <vt:lpstr>ACKNOWLEDGEMENT</vt:lpstr>
      <vt:lpstr>Team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Does Instagram impact negatively on the mental health of teenagers and young adults?</dc:title>
  <dc:creator>Gargi Rajadnya</dc:creator>
  <cp:lastModifiedBy>Maryam ahmad</cp:lastModifiedBy>
  <cp:revision>127</cp:revision>
  <dcterms:created xsi:type="dcterms:W3CDTF">2021-01-24T20:30:06Z</dcterms:created>
  <dcterms:modified xsi:type="dcterms:W3CDTF">2026-03-27T22:49:15Z</dcterms:modified>
</cp:coreProperties>
</file>